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1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8288000" cy="10287000"/>
  <p:notesSz cx="6858000" cy="9144000"/>
  <p:embeddedFontLst>
    <p:embeddedFont>
      <p:font typeface="Calibri (MS) Bold" charset="1" panose="020F0702030404030204"/>
      <p:regular r:id="rId24"/>
    </p:embeddedFont>
    <p:embeddedFont>
      <p:font typeface="Calibri (MS)" charset="1" panose="020F0502020204030204"/>
      <p:regular r:id="rId25"/>
    </p:embeddedFont>
    <p:embeddedFont>
      <p:font typeface="Open Sans Bold" charset="1" panose="00000000000000000000"/>
      <p:regular r:id="rId38"/>
    </p:embeddedFont>
    <p:embeddedFont>
      <p:font typeface="Open Sans" charset="1" panose="00000000000000000000"/>
      <p:regular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notesMasters/notesMaster1.xml" Type="http://schemas.openxmlformats.org/officeDocument/2006/relationships/notesMaster"/><Relationship Id="rId22" Target="theme/theme2.xml" Type="http://schemas.openxmlformats.org/officeDocument/2006/relationships/theme"/><Relationship Id="rId23" Target="notesSlides/notesSlide1.xml" Type="http://schemas.openxmlformats.org/officeDocument/2006/relationships/notesSlide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notesSlides/notesSlide2.xml" Type="http://schemas.openxmlformats.org/officeDocument/2006/relationships/notesSlide"/><Relationship Id="rId27" Target="notesSlides/notesSlide3.xml" Type="http://schemas.openxmlformats.org/officeDocument/2006/relationships/notesSlide"/><Relationship Id="rId28" Target="notesSlides/notesSlide4.xml" Type="http://schemas.openxmlformats.org/officeDocument/2006/relationships/notesSlide"/><Relationship Id="rId29" Target="notesSlides/notesSlide5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6.xml" Type="http://schemas.openxmlformats.org/officeDocument/2006/relationships/notesSlide"/><Relationship Id="rId31" Target="notesSlides/notesSlide7.xml" Type="http://schemas.openxmlformats.org/officeDocument/2006/relationships/notesSlide"/><Relationship Id="rId32" Target="notesSlides/notesSlide8.xml" Type="http://schemas.openxmlformats.org/officeDocument/2006/relationships/notesSlide"/><Relationship Id="rId33" Target="notesSlides/notesSlide9.xml" Type="http://schemas.openxmlformats.org/officeDocument/2006/relationships/notesSlide"/><Relationship Id="rId34" Target="notesSlides/notesSlide10.xml" Type="http://schemas.openxmlformats.org/officeDocument/2006/relationships/notesSlide"/><Relationship Id="rId35" Target="notesSlides/notesSlide11.xml" Type="http://schemas.openxmlformats.org/officeDocument/2006/relationships/notesSlide"/><Relationship Id="rId36" Target="notesSlides/notesSlide12.xml" Type="http://schemas.openxmlformats.org/officeDocument/2006/relationships/notesSlide"/><Relationship Id="rId37" Target="notesSlides/notesSlide13.xml" Type="http://schemas.openxmlformats.org/officeDocument/2006/relationships/notesSlide"/><Relationship Id="rId38" Target="fonts/font38.fntdata" Type="http://schemas.openxmlformats.org/officeDocument/2006/relationships/font"/><Relationship Id="rId39" Target="fonts/font39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© Copyright Showeet.com – Creative &amp; Free PowerPoint Templates</a:t>
            </a:r>
          </a:p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© Copyright Showeet.com – Creative &amp; Free PowerPoint Templates</a:t>
            </a:r>
          </a:p>
          <a:p>
            <a:r>
              <a:rPr lang="en-US"/>
              <a:t>14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© Copyright Showeet.com – Creative &amp; Free PowerPoint Templates</a:t>
            </a:r>
          </a:p>
          <a:p>
            <a:r>
              <a:rPr lang="en-US"/>
              <a:t>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© Copyright Showeet.com – Creative &amp; Free PowerPoint Templates</a:t>
            </a:r>
          </a:p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© Copyright Showeet.com – Creative &amp; Free PowerPoint Templates</a:t>
            </a:r>
          </a:p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© Copyright Showeet.com – Creative &amp; Free PowerPoint Templates</a:t>
            </a:r>
          </a:p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© Copyright Showeet.com – Creative &amp; Free PowerPoint Templates</a:t>
            </a:r>
          </a:p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© Copyright Showeet.com – Creative &amp; Free PowerPoint Templates</a:t>
            </a:r>
          </a:p>
          <a:p>
            <a:r>
              <a:rPr lang="en-US"/>
              <a:t>17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© Copyright Showeet.com – Creative &amp; Free PowerPoint Templates</a:t>
            </a:r>
          </a:p>
          <a:p>
            <a:r>
              <a:rPr lang="en-US"/>
              <a:t>18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© Copyright Showeet.com – Creative &amp; Free PowerPoint Templates</a:t>
            </a:r>
          </a:p>
          <a:p>
            <a:r>
              <a:rPr lang="en-US"/>
              <a:t>21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© Copyright Showeet.com – Creative &amp; Free PowerPoint Templates</a:t>
            </a:r>
          </a:p>
          <a:p>
            <a:r>
              <a:rPr lang="en-US"/>
              <a:t>24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© Copyright Showeet.com – Creative &amp; Free PowerPoint Templates</a:t>
            </a:r>
          </a:p>
          <a:p>
            <a:r>
              <a:rPr lang="en-US"/>
              <a:t>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© Copyright Showeet.com – Creative &amp; Free PowerPoint Templates</a:t>
            </a:r>
          </a:p>
          <a:p>
            <a:r>
              <a:rPr lang="en-US"/>
              <a:t>25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7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sv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18.png" Type="http://schemas.openxmlformats.org/officeDocument/2006/relationships/image"/><Relationship Id="rId14" Target="../media/image19.svg" Type="http://schemas.openxmlformats.org/officeDocument/2006/relationships/image"/><Relationship Id="rId15" Target="../media/image20.png" Type="http://schemas.openxmlformats.org/officeDocument/2006/relationships/image"/><Relationship Id="rId16" Target="../media/image21.svg" Type="http://schemas.openxmlformats.org/officeDocument/2006/relationships/image"/><Relationship Id="rId17" Target="../media/image22.png" Type="http://schemas.openxmlformats.org/officeDocument/2006/relationships/image"/><Relationship Id="rId18" Target="../media/image23.svg" Type="http://schemas.openxmlformats.org/officeDocument/2006/relationships/image"/><Relationship Id="rId19" Target="../media/image24.png" Type="http://schemas.openxmlformats.org/officeDocument/2006/relationships/image"/><Relationship Id="rId2" Target="../notesSlides/notesSlide8.xml" Type="http://schemas.openxmlformats.org/officeDocument/2006/relationships/notesSlide"/><Relationship Id="rId20" Target="../media/image25.svg" Type="http://schemas.openxmlformats.org/officeDocument/2006/relationships/image"/><Relationship Id="rId21" Target="../media/image26.png" Type="http://schemas.openxmlformats.org/officeDocument/2006/relationships/image"/><Relationship Id="rId22" Target="../media/image27.svg" Type="http://schemas.openxmlformats.org/officeDocument/2006/relationships/image"/><Relationship Id="rId23" Target="../media/image28.png" Type="http://schemas.openxmlformats.org/officeDocument/2006/relationships/image"/><Relationship Id="rId24" Target="../media/image29.svg" Type="http://schemas.openxmlformats.org/officeDocument/2006/relationships/image"/><Relationship Id="rId25" Target="../media/image30.png" Type="http://schemas.openxmlformats.org/officeDocument/2006/relationships/image"/><Relationship Id="rId26" Target="../media/image31.svg" Type="http://schemas.openxmlformats.org/officeDocument/2006/relationships/image"/><Relationship Id="rId27" Target="../media/image32.png" Type="http://schemas.openxmlformats.org/officeDocument/2006/relationships/image"/><Relationship Id="rId28" Target="../media/image33.svg" Type="http://schemas.openxmlformats.org/officeDocument/2006/relationships/image"/><Relationship Id="rId3" Target="../media/image8.png" Type="http://schemas.openxmlformats.org/officeDocument/2006/relationships/image"/><Relationship Id="rId4" Target="../media/image9.svg" Type="http://schemas.openxmlformats.org/officeDocument/2006/relationships/image"/><Relationship Id="rId5" Target="../media/image10.png" Type="http://schemas.openxmlformats.org/officeDocument/2006/relationships/image"/><Relationship Id="rId6" Target="../media/image11.svg" Type="http://schemas.openxmlformats.org/officeDocument/2006/relationships/image"/><Relationship Id="rId7" Target="../media/image12.png" Type="http://schemas.openxmlformats.org/officeDocument/2006/relationships/image"/><Relationship Id="rId8" Target="../media/image13.svg" Type="http://schemas.openxmlformats.org/officeDocument/2006/relationships/image"/><Relationship Id="rId9" Target="../media/image14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34.png" Type="http://schemas.openxmlformats.org/officeDocument/2006/relationships/image"/><Relationship Id="rId4" Target="../media/image35.svg" Type="http://schemas.openxmlformats.org/officeDocument/2006/relationships/image"/><Relationship Id="rId5" Target="../media/image36.png" Type="http://schemas.openxmlformats.org/officeDocument/2006/relationships/image"/><Relationship Id="rId6" Target="../media/image37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https://www.linkedin.com/in/balintdecsi4b6b53183/" TargetMode="External" Type="http://schemas.openxmlformats.org/officeDocument/2006/relationships/hyperlink"/><Relationship Id="rId4" Target="https://www.linkedin.com/company/15093580/" TargetMode="External" Type="http://schemas.openxmlformats.org/officeDocument/2006/relationships/hyperlink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https://pixabay.com/en/users/PeterArreola-5972678/" TargetMode="External" Type="http://schemas.openxmlformats.org/officeDocument/2006/relationships/hyperlink"/><Relationship Id="rId4" Target="https://pixabay.com/en/service/faq/" TargetMode="External" Type="http://schemas.openxmlformats.org/officeDocument/2006/relationships/hyperlink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42.png" Type="http://schemas.openxmlformats.org/officeDocument/2006/relationships/image"/><Relationship Id="rId4" Target="../media/image43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4035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91093" y="1168089"/>
            <a:ext cx="7221975" cy="8957358"/>
            <a:chOff x="0" y="0"/>
            <a:chExt cx="9629300" cy="1194314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494" y="12449"/>
              <a:ext cx="9603697" cy="11918226"/>
            </a:xfrm>
            <a:custGeom>
              <a:avLst/>
              <a:gdLst/>
              <a:ahLst/>
              <a:cxnLst/>
              <a:rect r="r" b="b" t="t" l="l"/>
              <a:pathLst>
                <a:path h="11918226" w="9603697">
                  <a:moveTo>
                    <a:pt x="23447" y="5120383"/>
                  </a:moveTo>
                  <a:cubicBezTo>
                    <a:pt x="278209" y="7670543"/>
                    <a:pt x="4192603" y="12170788"/>
                    <a:pt x="6818455" y="11907136"/>
                  </a:cubicBezTo>
                  <a:cubicBezTo>
                    <a:pt x="9444434" y="11642849"/>
                    <a:pt x="9788731" y="6712963"/>
                    <a:pt x="9533969" y="4163184"/>
                  </a:cubicBezTo>
                  <a:cubicBezTo>
                    <a:pt x="9278699" y="1613532"/>
                    <a:pt x="6939105" y="-238763"/>
                    <a:pt x="4313253" y="25016"/>
                  </a:cubicBezTo>
                  <a:cubicBezTo>
                    <a:pt x="1687782" y="289176"/>
                    <a:pt x="-236014" y="2570604"/>
                    <a:pt x="23447" y="5120383"/>
                  </a:cubicBezTo>
                  <a:close/>
                </a:path>
              </a:pathLst>
            </a:custGeom>
            <a:solidFill>
              <a:srgbClr val="E4625C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4381947" y="2610789"/>
            <a:ext cx="10674707" cy="7263484"/>
            <a:chOff x="0" y="0"/>
            <a:chExt cx="14232942" cy="968464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12578" y="12778"/>
              <a:ext cx="14207380" cy="9659214"/>
            </a:xfrm>
            <a:custGeom>
              <a:avLst/>
              <a:gdLst/>
              <a:ahLst/>
              <a:cxnLst/>
              <a:rect r="r" b="b" t="t" l="l"/>
              <a:pathLst>
                <a:path h="9659214" w="14207380">
                  <a:moveTo>
                    <a:pt x="177795" y="7761781"/>
                  </a:moveTo>
                  <a:cubicBezTo>
                    <a:pt x="947288" y="9421417"/>
                    <a:pt x="4441058" y="9967136"/>
                    <a:pt x="7326244" y="9497490"/>
                  </a:cubicBezTo>
                  <a:cubicBezTo>
                    <a:pt x="10212192" y="9027845"/>
                    <a:pt x="14779239" y="6884847"/>
                    <a:pt x="14148303" y="3015664"/>
                  </a:cubicBezTo>
                  <a:cubicBezTo>
                    <a:pt x="13902304" y="1507793"/>
                    <a:pt x="12305279" y="-1194259"/>
                    <a:pt x="6347074" y="586408"/>
                  </a:cubicBezTo>
                  <a:cubicBezTo>
                    <a:pt x="3040502" y="1574976"/>
                    <a:pt x="-886846" y="5471082"/>
                    <a:pt x="177795" y="7761781"/>
                  </a:cubicBezTo>
                  <a:close/>
                </a:path>
              </a:pathLst>
            </a:custGeom>
            <a:solidFill>
              <a:srgbClr val="8DB1C4">
                <a:alpha val="63922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3543166" y="2073970"/>
            <a:ext cx="10517208" cy="7237484"/>
            <a:chOff x="0" y="0"/>
            <a:chExt cx="14022944" cy="964997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12700" y="12562"/>
              <a:ext cx="13997560" cy="9624706"/>
            </a:xfrm>
            <a:custGeom>
              <a:avLst/>
              <a:gdLst/>
              <a:ahLst/>
              <a:cxnLst/>
              <a:rect r="r" b="b" t="t" l="l"/>
              <a:pathLst>
                <a:path h="9624706" w="13997560">
                  <a:moveTo>
                    <a:pt x="0" y="3589920"/>
                  </a:moveTo>
                  <a:cubicBezTo>
                    <a:pt x="0" y="6475360"/>
                    <a:pt x="5194046" y="9624706"/>
                    <a:pt x="8057007" y="9624706"/>
                  </a:cubicBezTo>
                  <a:cubicBezTo>
                    <a:pt x="10919968" y="9624706"/>
                    <a:pt x="13997560" y="6475360"/>
                    <a:pt x="13997560" y="3589920"/>
                  </a:cubicBezTo>
                  <a:cubicBezTo>
                    <a:pt x="13997560" y="704480"/>
                    <a:pt x="12789662" y="-1250558"/>
                    <a:pt x="8557895" y="937144"/>
                  </a:cubicBezTo>
                  <a:cubicBezTo>
                    <a:pt x="6017006" y="2256801"/>
                    <a:pt x="0" y="704480"/>
                    <a:pt x="0" y="3589920"/>
                  </a:cubicBezTo>
                  <a:close/>
                </a:path>
              </a:pathLst>
            </a:custGeom>
            <a:solidFill>
              <a:srgbClr val="F9BE75">
                <a:alpha val="63922"/>
              </a:srgbClr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085643" y="161554"/>
            <a:ext cx="1989876" cy="1798354"/>
            <a:chOff x="0" y="0"/>
            <a:chExt cx="2653168" cy="239780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12742" y="12678"/>
              <a:ext cx="2627748" cy="2372323"/>
            </a:xfrm>
            <a:custGeom>
              <a:avLst/>
              <a:gdLst/>
              <a:ahLst/>
              <a:cxnLst/>
              <a:rect r="r" b="b" t="t" l="l"/>
              <a:pathLst>
                <a:path h="2372323" w="2627748">
                  <a:moveTo>
                    <a:pt x="178520" y="2203853"/>
                  </a:moveTo>
                  <a:cubicBezTo>
                    <a:pt x="518372" y="2521480"/>
                    <a:pt x="1856063" y="2387368"/>
                    <a:pt x="2388320" y="1823615"/>
                  </a:cubicBezTo>
                  <a:cubicBezTo>
                    <a:pt x="2920704" y="1255544"/>
                    <a:pt x="2446486" y="472589"/>
                    <a:pt x="2111079" y="150644"/>
                  </a:cubicBezTo>
                  <a:cubicBezTo>
                    <a:pt x="1770973" y="-166983"/>
                    <a:pt x="1064218" y="34312"/>
                    <a:pt x="531834" y="597938"/>
                  </a:cubicBezTo>
                  <a:cubicBezTo>
                    <a:pt x="-423" y="1166009"/>
                    <a:pt x="-161586" y="1886353"/>
                    <a:pt x="178520" y="2203853"/>
                  </a:cubicBezTo>
                  <a:close/>
                </a:path>
              </a:pathLst>
            </a:custGeom>
            <a:solidFill>
              <a:srgbClr val="615474">
                <a:alpha val="63922"/>
              </a:srgbClr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2872143" y="6301413"/>
            <a:ext cx="1332525" cy="1357280"/>
            <a:chOff x="0" y="0"/>
            <a:chExt cx="1776700" cy="180970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12661" y="12728"/>
              <a:ext cx="1751298" cy="1784309"/>
            </a:xfrm>
            <a:custGeom>
              <a:avLst/>
              <a:gdLst/>
              <a:ahLst/>
              <a:cxnLst/>
              <a:rect r="r" b="b" t="t" l="l"/>
              <a:pathLst>
                <a:path h="1784309" w="1751298">
                  <a:moveTo>
                    <a:pt x="1703490" y="1519273"/>
                  </a:moveTo>
                  <a:cubicBezTo>
                    <a:pt x="1868971" y="1215108"/>
                    <a:pt x="1587158" y="311376"/>
                    <a:pt x="1130847" y="65377"/>
                  </a:cubicBezTo>
                  <a:cubicBezTo>
                    <a:pt x="674536" y="-180622"/>
                    <a:pt x="218352" y="324838"/>
                    <a:pt x="52744" y="633575"/>
                  </a:cubicBezTo>
                  <a:cubicBezTo>
                    <a:pt x="-112737" y="937740"/>
                    <a:pt x="124245" y="1385161"/>
                    <a:pt x="580683" y="1631160"/>
                  </a:cubicBezTo>
                  <a:cubicBezTo>
                    <a:pt x="1032422" y="1872714"/>
                    <a:pt x="1538009" y="1823438"/>
                    <a:pt x="1703490" y="1519273"/>
                  </a:cubicBezTo>
                  <a:close/>
                </a:path>
              </a:pathLst>
            </a:custGeom>
            <a:solidFill>
              <a:srgbClr val="F9BE75">
                <a:alpha val="63922"/>
              </a:srgbClr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3138796" y="1537152"/>
            <a:ext cx="925790" cy="882654"/>
            <a:chOff x="0" y="0"/>
            <a:chExt cx="1234386" cy="117687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12671" y="12711"/>
              <a:ext cx="1208979" cy="1151483"/>
            </a:xfrm>
            <a:custGeom>
              <a:avLst/>
              <a:gdLst/>
              <a:ahLst/>
              <a:cxnLst/>
              <a:rect r="r" b="b" t="t" l="l"/>
              <a:pathLst>
                <a:path h="1151483" w="1208979">
                  <a:moveTo>
                    <a:pt x="25302" y="153786"/>
                  </a:moveTo>
                  <a:cubicBezTo>
                    <a:pt x="-77568" y="346191"/>
                    <a:pt x="146079" y="927724"/>
                    <a:pt x="463706" y="1102095"/>
                  </a:cubicBezTo>
                  <a:cubicBezTo>
                    <a:pt x="781333" y="1272148"/>
                    <a:pt x="1076608" y="963411"/>
                    <a:pt x="1179478" y="775578"/>
                  </a:cubicBezTo>
                  <a:cubicBezTo>
                    <a:pt x="1282348" y="583173"/>
                    <a:pt x="1107850" y="292470"/>
                    <a:pt x="785778" y="122417"/>
                  </a:cubicBezTo>
                  <a:cubicBezTo>
                    <a:pt x="468151" y="-52081"/>
                    <a:pt x="128172" y="-38619"/>
                    <a:pt x="25302" y="153786"/>
                  </a:cubicBezTo>
                  <a:close/>
                </a:path>
              </a:pathLst>
            </a:custGeom>
            <a:solidFill>
              <a:srgbClr val="D0343C">
                <a:alpha val="63922"/>
              </a:srgbClr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4742892" y="3109001"/>
            <a:ext cx="8802216" cy="3581400"/>
            <a:chOff x="0" y="0"/>
            <a:chExt cx="11736288" cy="47752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736288" cy="4775200"/>
            </a:xfrm>
            <a:custGeom>
              <a:avLst/>
              <a:gdLst/>
              <a:ahLst/>
              <a:cxnLst/>
              <a:rect r="r" b="b" t="t" l="l"/>
              <a:pathLst>
                <a:path h="4775200" w="11736288">
                  <a:moveTo>
                    <a:pt x="0" y="0"/>
                  </a:moveTo>
                  <a:lnTo>
                    <a:pt x="11736288" y="0"/>
                  </a:lnTo>
                  <a:lnTo>
                    <a:pt x="11736288" y="4775200"/>
                  </a:lnTo>
                  <a:lnTo>
                    <a:pt x="0" y="4775200"/>
                  </a:lnTo>
                  <a:close/>
                </a:path>
              </a:pathLst>
            </a:custGeom>
          </p:spPr>
        </p:sp>
        <p:sp>
          <p:nvSpPr>
            <p:cNvPr name="TextBox 16" id="16"/>
            <p:cNvSpPr txBox="true"/>
            <p:nvPr/>
          </p:nvSpPr>
          <p:spPr>
            <a:xfrm>
              <a:off x="0" y="-85725"/>
              <a:ext cx="11736288" cy="4860925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ctr">
                <a:lnSpc>
                  <a:spcPts val="9720"/>
                </a:lnSpc>
              </a:pPr>
              <a:r>
                <a:rPr lang="en-US" sz="9000" b="true">
                  <a:solidFill>
                    <a:srgbClr val="40355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AI StoryBook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742892" y="6828513"/>
            <a:ext cx="8802216" cy="2483643"/>
            <a:chOff x="0" y="0"/>
            <a:chExt cx="11736288" cy="331152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1736288" cy="3311524"/>
            </a:xfrm>
            <a:custGeom>
              <a:avLst/>
              <a:gdLst/>
              <a:ahLst/>
              <a:cxnLst/>
              <a:rect r="r" b="b" t="t" l="l"/>
              <a:pathLst>
                <a:path h="3311524" w="11736288">
                  <a:moveTo>
                    <a:pt x="0" y="0"/>
                  </a:moveTo>
                  <a:lnTo>
                    <a:pt x="11736288" y="0"/>
                  </a:lnTo>
                  <a:lnTo>
                    <a:pt x="11736288" y="3311524"/>
                  </a:lnTo>
                  <a:lnTo>
                    <a:pt x="0" y="3311524"/>
                  </a:lnTo>
                  <a:close/>
                </a:path>
              </a:pathLst>
            </a:custGeom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11736288" cy="3330574"/>
            </a:xfrm>
            <a:prstGeom prst="rect">
              <a:avLst/>
            </a:prstGeom>
          </p:spPr>
          <p:txBody>
            <a:bodyPr anchor="t" rtlCol="false" tIns="0" lIns="0" bIns="0" rIns="0"/>
            <a:lstStyle/>
            <a:p>
              <a:pPr algn="ctr">
                <a:lnSpc>
                  <a:spcPts val="3888"/>
                </a:lnSpc>
              </a:pPr>
              <a:r>
                <a:rPr lang="en-US" sz="3600">
                  <a:solidFill>
                    <a:srgbClr val="6154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Translate text to comics</a:t>
              </a:r>
            </a:p>
            <a:p>
              <a:pPr algn="ctr">
                <a:lnSpc>
                  <a:spcPts val="3888"/>
                </a:lnSpc>
              </a:pP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035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027133" y="2108700"/>
            <a:ext cx="4233734" cy="6069600"/>
          </a:xfrm>
          <a:custGeom>
            <a:avLst/>
            <a:gdLst/>
            <a:ahLst/>
            <a:cxnLst/>
            <a:rect r="r" b="b" t="t" l="l"/>
            <a:pathLst>
              <a:path h="6069600" w="4233734">
                <a:moveTo>
                  <a:pt x="0" y="0"/>
                </a:moveTo>
                <a:lnTo>
                  <a:pt x="4233734" y="0"/>
                </a:lnTo>
                <a:lnTo>
                  <a:pt x="4233734" y="6069600"/>
                </a:lnTo>
                <a:lnTo>
                  <a:pt x="0" y="606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51958" y="2108700"/>
            <a:ext cx="4046400" cy="6069600"/>
          </a:xfrm>
          <a:custGeom>
            <a:avLst/>
            <a:gdLst/>
            <a:ahLst/>
            <a:cxnLst/>
            <a:rect r="r" b="b" t="t" l="l"/>
            <a:pathLst>
              <a:path h="6069600" w="4046400">
                <a:moveTo>
                  <a:pt x="0" y="0"/>
                </a:moveTo>
                <a:lnTo>
                  <a:pt x="4046400" y="0"/>
                </a:lnTo>
                <a:lnTo>
                  <a:pt x="4046400" y="6069600"/>
                </a:lnTo>
                <a:lnTo>
                  <a:pt x="0" y="606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540942" y="8178300"/>
            <a:ext cx="3668432" cy="1080000"/>
            <a:chOff x="0" y="0"/>
            <a:chExt cx="8435687" cy="248349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435687" cy="2483497"/>
            </a:xfrm>
            <a:custGeom>
              <a:avLst/>
              <a:gdLst/>
              <a:ahLst/>
              <a:cxnLst/>
              <a:rect r="r" b="b" t="t" l="l"/>
              <a:pathLst>
                <a:path h="2483497" w="8435687">
                  <a:moveTo>
                    <a:pt x="0" y="0"/>
                  </a:moveTo>
                  <a:lnTo>
                    <a:pt x="8435687" y="0"/>
                  </a:lnTo>
                  <a:lnTo>
                    <a:pt x="8435687" y="2483497"/>
                  </a:lnTo>
                  <a:lnTo>
                    <a:pt x="0" y="2483497"/>
                  </a:lnTo>
                  <a:close/>
                </a:path>
              </a:pathLst>
            </a:custGeom>
          </p:spPr>
        </p:sp>
        <p:sp>
          <p:nvSpPr>
            <p:cNvPr name="TextBox 6" id="6"/>
            <p:cNvSpPr txBox="true"/>
            <p:nvPr/>
          </p:nvSpPr>
          <p:spPr>
            <a:xfrm>
              <a:off x="0" y="-95250"/>
              <a:ext cx="8435687" cy="2578747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879"/>
                </a:lnSpc>
              </a:pPr>
              <a:r>
                <a:rPr lang="en-US" sz="48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Book for plot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7309784" y="8178300"/>
            <a:ext cx="3668432" cy="1080000"/>
            <a:chOff x="0" y="0"/>
            <a:chExt cx="8435687" cy="248349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435687" cy="2483497"/>
            </a:xfrm>
            <a:custGeom>
              <a:avLst/>
              <a:gdLst/>
              <a:ahLst/>
              <a:cxnLst/>
              <a:rect r="r" b="b" t="t" l="l"/>
              <a:pathLst>
                <a:path h="2483497" w="8435687">
                  <a:moveTo>
                    <a:pt x="0" y="0"/>
                  </a:moveTo>
                  <a:lnTo>
                    <a:pt x="8435687" y="0"/>
                  </a:lnTo>
                  <a:lnTo>
                    <a:pt x="8435687" y="2483497"/>
                  </a:lnTo>
                  <a:lnTo>
                    <a:pt x="0" y="2483497"/>
                  </a:lnTo>
                  <a:close/>
                </a:path>
              </a:pathLst>
            </a:custGeom>
          </p:spPr>
        </p:sp>
        <p:sp>
          <p:nvSpPr>
            <p:cNvPr name="TextBox 9" id="9"/>
            <p:cNvSpPr txBox="true"/>
            <p:nvPr/>
          </p:nvSpPr>
          <p:spPr>
            <a:xfrm>
              <a:off x="0" y="-95250"/>
              <a:ext cx="8435687" cy="2578747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879"/>
                </a:lnSpc>
              </a:pPr>
              <a:r>
                <a:rPr lang="en-US" sz="48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Comics for art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238835" y="8178300"/>
            <a:ext cx="3668432" cy="1080000"/>
            <a:chOff x="0" y="0"/>
            <a:chExt cx="8435687" cy="248349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435687" cy="2483497"/>
            </a:xfrm>
            <a:custGeom>
              <a:avLst/>
              <a:gdLst/>
              <a:ahLst/>
              <a:cxnLst/>
              <a:rect r="r" b="b" t="t" l="l"/>
              <a:pathLst>
                <a:path h="2483497" w="8435687">
                  <a:moveTo>
                    <a:pt x="0" y="0"/>
                  </a:moveTo>
                  <a:lnTo>
                    <a:pt x="8435687" y="0"/>
                  </a:lnTo>
                  <a:lnTo>
                    <a:pt x="8435687" y="2483497"/>
                  </a:lnTo>
                  <a:lnTo>
                    <a:pt x="0" y="2483497"/>
                  </a:lnTo>
                  <a:close/>
                </a:path>
              </a:pathLst>
            </a:custGeom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0"/>
              <a:ext cx="8435687" cy="2578747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879"/>
                </a:lnSpc>
              </a:pPr>
              <a:r>
                <a:rPr lang="en-US" sz="48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Comics by us</a:t>
              </a: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12671944" y="1965021"/>
            <a:ext cx="4235323" cy="6356958"/>
          </a:xfrm>
          <a:custGeom>
            <a:avLst/>
            <a:gdLst/>
            <a:ahLst/>
            <a:cxnLst/>
            <a:rect r="r" b="b" t="t" l="l"/>
            <a:pathLst>
              <a:path h="6356958" w="4235323">
                <a:moveTo>
                  <a:pt x="0" y="0"/>
                </a:moveTo>
                <a:lnTo>
                  <a:pt x="4235324" y="0"/>
                </a:lnTo>
                <a:lnTo>
                  <a:pt x="4235324" y="6356958"/>
                </a:lnTo>
                <a:lnTo>
                  <a:pt x="0" y="63569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11432317" y="4503308"/>
            <a:ext cx="1239627" cy="1239627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155575"/>
              <a:ext cx="711200" cy="454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21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5572554" y="4503308"/>
            <a:ext cx="1280384" cy="1280384"/>
          </a:xfrm>
          <a:custGeom>
            <a:avLst/>
            <a:gdLst/>
            <a:ahLst/>
            <a:cxnLst/>
            <a:rect r="r" b="b" t="t" l="l"/>
            <a:pathLst>
              <a:path h="1280384" w="1280384">
                <a:moveTo>
                  <a:pt x="0" y="0"/>
                </a:moveTo>
                <a:lnTo>
                  <a:pt x="1280384" y="0"/>
                </a:lnTo>
                <a:lnTo>
                  <a:pt x="1280384" y="1280384"/>
                </a:lnTo>
                <a:lnTo>
                  <a:pt x="0" y="128038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035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508476" cy="10572967"/>
          </a:xfrm>
          <a:custGeom>
            <a:avLst/>
            <a:gdLst/>
            <a:ahLst/>
            <a:cxnLst/>
            <a:rect r="r" b="b" t="t" l="l"/>
            <a:pathLst>
              <a:path h="10572967" w="18508476">
                <a:moveTo>
                  <a:pt x="0" y="0"/>
                </a:moveTo>
                <a:lnTo>
                  <a:pt x="18508476" y="0"/>
                </a:lnTo>
                <a:lnTo>
                  <a:pt x="18508476" y="10572967"/>
                </a:lnTo>
                <a:lnTo>
                  <a:pt x="0" y="105729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035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302075" y="1461321"/>
            <a:ext cx="8024879" cy="8835202"/>
            <a:chOff x="0" y="0"/>
            <a:chExt cx="10699838" cy="1178027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690" y="12691"/>
              <a:ext cx="10674405" cy="11754875"/>
            </a:xfrm>
            <a:custGeom>
              <a:avLst/>
              <a:gdLst/>
              <a:ahLst/>
              <a:cxnLst/>
              <a:rect r="r" b="b" t="t" l="l"/>
              <a:pathLst>
                <a:path h="11754875" w="10674405">
                  <a:moveTo>
                    <a:pt x="5337185" y="9"/>
                  </a:moveTo>
                  <a:cubicBezTo>
                    <a:pt x="8028823" y="-4944"/>
                    <a:pt x="10330952" y="1970541"/>
                    <a:pt x="10596890" y="4627381"/>
                  </a:cubicBezTo>
                  <a:cubicBezTo>
                    <a:pt x="10791582" y="6575688"/>
                    <a:pt x="10671566" y="9774437"/>
                    <a:pt x="9629023" y="11678929"/>
                  </a:cubicBezTo>
                  <a:lnTo>
                    <a:pt x="9584320" y="11754874"/>
                  </a:lnTo>
                  <a:lnTo>
                    <a:pt x="4020195" y="11754874"/>
                  </a:lnTo>
                  <a:lnTo>
                    <a:pt x="3980952" y="11724014"/>
                  </a:lnTo>
                  <a:cubicBezTo>
                    <a:pt x="1968891" y="10081015"/>
                    <a:pt x="203083" y="7462783"/>
                    <a:pt x="26045" y="5691260"/>
                  </a:cubicBezTo>
                  <a:cubicBezTo>
                    <a:pt x="-262245" y="2857255"/>
                    <a:pt x="1875927" y="321573"/>
                    <a:pt x="4794133" y="27822"/>
                  </a:cubicBezTo>
                  <a:cubicBezTo>
                    <a:pt x="4976505" y="9534"/>
                    <a:pt x="5157734" y="390"/>
                    <a:pt x="5337185" y="9"/>
                  </a:cubicBezTo>
                  <a:close/>
                </a:path>
              </a:pathLst>
            </a:custGeom>
            <a:solidFill>
              <a:srgbClr val="E4625C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735930" y="3065166"/>
            <a:ext cx="11862395" cy="7231356"/>
            <a:chOff x="0" y="0"/>
            <a:chExt cx="15816526" cy="96418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12593" y="12706"/>
              <a:ext cx="15791187" cy="9616435"/>
            </a:xfrm>
            <a:custGeom>
              <a:avLst/>
              <a:gdLst/>
              <a:ahLst/>
              <a:cxnLst/>
              <a:rect r="r" b="b" t="t" l="l"/>
              <a:pathLst>
                <a:path h="9616435" w="15791187">
                  <a:moveTo>
                    <a:pt x="10739862" y="2153"/>
                  </a:moveTo>
                  <a:cubicBezTo>
                    <a:pt x="14381842" y="-76968"/>
                    <a:pt x="15512014" y="2042408"/>
                    <a:pt x="15725502" y="3351778"/>
                  </a:cubicBezTo>
                  <a:cubicBezTo>
                    <a:pt x="16207721" y="6308465"/>
                    <a:pt x="13959058" y="8358245"/>
                    <a:pt x="11464271" y="9520168"/>
                  </a:cubicBezTo>
                  <a:lnTo>
                    <a:pt x="11240750" y="9616434"/>
                  </a:lnTo>
                  <a:lnTo>
                    <a:pt x="1098530" y="9616434"/>
                  </a:lnTo>
                  <a:lnTo>
                    <a:pt x="973689" y="9534900"/>
                  </a:lnTo>
                  <a:cubicBezTo>
                    <a:pt x="624820" y="9275312"/>
                    <a:pt x="357993" y="8972925"/>
                    <a:pt x="197592" y="8627104"/>
                  </a:cubicBezTo>
                  <a:cubicBezTo>
                    <a:pt x="-985667" y="6081008"/>
                    <a:pt x="3379577" y="1750435"/>
                    <a:pt x="7054703" y="651758"/>
                  </a:cubicBezTo>
                  <a:cubicBezTo>
                    <a:pt x="8503392" y="218815"/>
                    <a:pt x="9720052" y="24251"/>
                    <a:pt x="10739862" y="2153"/>
                  </a:cubicBezTo>
                  <a:close/>
                </a:path>
              </a:pathLst>
            </a:custGeom>
            <a:solidFill>
              <a:srgbClr val="8DB1C4">
                <a:alpha val="63922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469107" y="1871773"/>
            <a:ext cx="1026875" cy="978930"/>
            <a:chOff x="0" y="0"/>
            <a:chExt cx="1369166" cy="13052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12784" y="12702"/>
              <a:ext cx="1343838" cy="1279916"/>
            </a:xfrm>
            <a:custGeom>
              <a:avLst/>
              <a:gdLst/>
              <a:ahLst/>
              <a:cxnLst/>
              <a:rect r="r" b="b" t="t" l="l"/>
              <a:pathLst>
                <a:path h="1279916" w="1343838">
                  <a:moveTo>
                    <a:pt x="28110" y="170940"/>
                  </a:moveTo>
                  <a:cubicBezTo>
                    <a:pt x="-86190" y="384808"/>
                    <a:pt x="162349" y="1031111"/>
                    <a:pt x="515409" y="1225040"/>
                  </a:cubicBezTo>
                  <a:cubicBezTo>
                    <a:pt x="868469" y="1414016"/>
                    <a:pt x="1196637" y="1070862"/>
                    <a:pt x="1311064" y="862074"/>
                  </a:cubicBezTo>
                  <a:cubicBezTo>
                    <a:pt x="1425364" y="648206"/>
                    <a:pt x="1231435" y="325118"/>
                    <a:pt x="873422" y="136142"/>
                  </a:cubicBezTo>
                  <a:cubicBezTo>
                    <a:pt x="520235" y="-57914"/>
                    <a:pt x="142410" y="-42928"/>
                    <a:pt x="28110" y="170940"/>
                  </a:cubicBezTo>
                  <a:close/>
                </a:path>
              </a:pathLst>
            </a:custGeom>
            <a:solidFill>
              <a:srgbClr val="D0343C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98177" y="431179"/>
            <a:ext cx="7252037" cy="1164898"/>
            <a:chOff x="0" y="0"/>
            <a:chExt cx="21031200" cy="33782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031200" cy="3378250"/>
            </a:xfrm>
            <a:custGeom>
              <a:avLst/>
              <a:gdLst/>
              <a:ahLst/>
              <a:cxnLst/>
              <a:rect r="r" b="b" t="t" l="l"/>
              <a:pathLst>
                <a:path h="3378250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3378250"/>
                  </a:lnTo>
                  <a:lnTo>
                    <a:pt x="0" y="3378250"/>
                  </a:lnTo>
                  <a:close/>
                </a:path>
              </a:pathLst>
            </a:custGeom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21031200" cy="3435400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6263"/>
                </a:lnSpc>
              </a:pPr>
              <a:r>
                <a:rPr lang="en-US" sz="5799" b="true">
                  <a:solidFill>
                    <a:srgbClr val="8DB1C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Our Solution + Demo</a:t>
              </a:r>
            </a:p>
          </p:txBody>
        </p:sp>
      </p:grpSp>
      <p:pic>
        <p:nvPicPr>
          <p:cNvPr name="Picture 11" id="11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8075424" y="2429167"/>
            <a:ext cx="7183405" cy="7183405"/>
          </a:xfrm>
          <a:prstGeom prst="rect">
            <a:avLst/>
          </a:prstGeom>
        </p:spPr>
      </p:pic>
      <p:grpSp>
        <p:nvGrpSpPr>
          <p:cNvPr name="Group 12" id="12"/>
          <p:cNvGrpSpPr/>
          <p:nvPr/>
        </p:nvGrpSpPr>
        <p:grpSpPr>
          <a:xfrm rot="0">
            <a:off x="569501" y="4975691"/>
            <a:ext cx="528676" cy="655713"/>
            <a:chOff x="0" y="0"/>
            <a:chExt cx="1742234" cy="21608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12641" y="12637"/>
              <a:ext cx="1737714" cy="2156364"/>
            </a:xfrm>
            <a:custGeom>
              <a:avLst/>
              <a:gdLst/>
              <a:ahLst/>
              <a:cxnLst/>
              <a:rect r="r" b="b" t="t" l="l"/>
              <a:pathLst>
                <a:path h="2156364" w="1737714">
                  <a:moveTo>
                    <a:pt x="4250" y="926401"/>
                  </a:moveTo>
                  <a:cubicBezTo>
                    <a:pt x="50351" y="1387792"/>
                    <a:pt x="758630" y="2201989"/>
                    <a:pt x="1233737" y="2154364"/>
                  </a:cubicBezTo>
                  <a:cubicBezTo>
                    <a:pt x="1708844" y="2106739"/>
                    <a:pt x="1771201" y="1214564"/>
                    <a:pt x="1725100" y="753300"/>
                  </a:cubicBezTo>
                  <a:cubicBezTo>
                    <a:pt x="1678999" y="292036"/>
                    <a:pt x="1255581" y="-43117"/>
                    <a:pt x="780474" y="4508"/>
                  </a:cubicBezTo>
                  <a:cubicBezTo>
                    <a:pt x="305367" y="52133"/>
                    <a:pt x="-42740" y="465137"/>
                    <a:pt x="4250" y="926401"/>
                  </a:cubicBezTo>
                  <a:close/>
                </a:path>
              </a:pathLst>
            </a:custGeom>
            <a:solidFill>
              <a:srgbClr val="E4625C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466346" y="5081302"/>
            <a:ext cx="781429" cy="531715"/>
            <a:chOff x="0" y="0"/>
            <a:chExt cx="2575173" cy="175224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2652" y="12770"/>
              <a:ext cx="2570551" cy="1747614"/>
            </a:xfrm>
            <a:custGeom>
              <a:avLst/>
              <a:gdLst/>
              <a:ahLst/>
              <a:cxnLst/>
              <a:rect r="r" b="b" t="t" l="l"/>
              <a:pathLst>
                <a:path h="1747614" w="2570551">
                  <a:moveTo>
                    <a:pt x="32179" y="1404296"/>
                  </a:moveTo>
                  <a:cubicBezTo>
                    <a:pt x="171371" y="1704524"/>
                    <a:pt x="803577" y="1803330"/>
                    <a:pt x="1325547" y="1718367"/>
                  </a:cubicBezTo>
                  <a:cubicBezTo>
                    <a:pt x="1847644" y="1633404"/>
                    <a:pt x="2674033" y="1245673"/>
                    <a:pt x="2559860" y="545649"/>
                  </a:cubicBezTo>
                  <a:cubicBezTo>
                    <a:pt x="2515410" y="272853"/>
                    <a:pt x="2226358" y="-216097"/>
                    <a:pt x="1148382" y="106102"/>
                  </a:cubicBezTo>
                  <a:cubicBezTo>
                    <a:pt x="550085" y="284918"/>
                    <a:pt x="-160480" y="989768"/>
                    <a:pt x="32179" y="1404296"/>
                  </a:cubicBezTo>
                  <a:close/>
                </a:path>
              </a:pathLst>
            </a:custGeom>
            <a:solidFill>
              <a:srgbClr val="8DB1C4">
                <a:alpha val="63922"/>
              </a:srgbClr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404944" y="5042005"/>
            <a:ext cx="769899" cy="529811"/>
            <a:chOff x="0" y="0"/>
            <a:chExt cx="2537178" cy="174597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12700" y="12681"/>
              <a:ext cx="2532507" cy="1741316"/>
            </a:xfrm>
            <a:custGeom>
              <a:avLst/>
              <a:gdLst/>
              <a:ahLst/>
              <a:cxnLst/>
              <a:rect r="r" b="b" t="t" l="l"/>
              <a:pathLst>
                <a:path h="1741316" w="2532507">
                  <a:moveTo>
                    <a:pt x="0" y="649497"/>
                  </a:moveTo>
                  <a:cubicBezTo>
                    <a:pt x="0" y="1171594"/>
                    <a:pt x="939800" y="1741316"/>
                    <a:pt x="1457706" y="1741316"/>
                  </a:cubicBezTo>
                  <a:cubicBezTo>
                    <a:pt x="1975612" y="1741316"/>
                    <a:pt x="2532507" y="1171467"/>
                    <a:pt x="2532507" y="649497"/>
                  </a:cubicBezTo>
                  <a:cubicBezTo>
                    <a:pt x="2532507" y="127527"/>
                    <a:pt x="2313940" y="-226295"/>
                    <a:pt x="1548257" y="169564"/>
                  </a:cubicBezTo>
                  <a:cubicBezTo>
                    <a:pt x="1088644" y="408324"/>
                    <a:pt x="0" y="127400"/>
                    <a:pt x="0" y="649497"/>
                  </a:cubicBezTo>
                  <a:close/>
                </a:path>
              </a:pathLst>
            </a:custGeom>
            <a:solidFill>
              <a:srgbClr val="615474">
                <a:alpha val="6392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47625"/>
              <a:ext cx="2537178" cy="1793601"/>
            </a:xfrm>
            <a:prstGeom prst="rect">
              <a:avLst/>
            </a:prstGeom>
          </p:spPr>
          <p:txBody>
            <a:bodyPr anchor="ctr" rtlCol="false" tIns="20553" lIns="20553" bIns="20553" rIns="20553"/>
            <a:lstStyle/>
            <a:p>
              <a:pPr algn="ctr">
                <a:lnSpc>
                  <a:spcPts val="2621"/>
                </a:lnSpc>
              </a:pPr>
              <a:r>
                <a:rPr lang="en-US" sz="2184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02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83878" y="4902009"/>
            <a:ext cx="145666" cy="131646"/>
            <a:chOff x="0" y="0"/>
            <a:chExt cx="480039" cy="433837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2684" y="12713"/>
              <a:ext cx="475367" cy="429261"/>
            </a:xfrm>
            <a:custGeom>
              <a:avLst/>
              <a:gdLst/>
              <a:ahLst/>
              <a:cxnLst/>
              <a:rect r="r" b="b" t="t" l="l"/>
              <a:pathLst>
                <a:path h="429261" w="475367">
                  <a:moveTo>
                    <a:pt x="32274" y="398767"/>
                  </a:moveTo>
                  <a:cubicBezTo>
                    <a:pt x="93742" y="456298"/>
                    <a:pt x="335804" y="431914"/>
                    <a:pt x="432070" y="329933"/>
                  </a:cubicBezTo>
                  <a:cubicBezTo>
                    <a:pt x="528336" y="227190"/>
                    <a:pt x="442611" y="85458"/>
                    <a:pt x="381905" y="27292"/>
                  </a:cubicBezTo>
                  <a:cubicBezTo>
                    <a:pt x="320437" y="-30239"/>
                    <a:pt x="192548" y="6210"/>
                    <a:pt x="96155" y="108191"/>
                  </a:cubicBezTo>
                  <a:cubicBezTo>
                    <a:pt x="-111" y="210934"/>
                    <a:pt x="-29194" y="341236"/>
                    <a:pt x="32274" y="398767"/>
                  </a:cubicBezTo>
                  <a:close/>
                </a:path>
              </a:pathLst>
            </a:custGeom>
            <a:solidFill>
              <a:srgbClr val="F9BE75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355823" y="5351470"/>
            <a:ext cx="97546" cy="99358"/>
            <a:chOff x="0" y="0"/>
            <a:chExt cx="321459" cy="327431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12671" y="12707"/>
              <a:ext cx="316916" cy="322850"/>
            </a:xfrm>
            <a:custGeom>
              <a:avLst/>
              <a:gdLst/>
              <a:ahLst/>
              <a:cxnLst/>
              <a:rect r="r" b="b" t="t" l="l"/>
              <a:pathLst>
                <a:path h="322850" w="316916">
                  <a:moveTo>
                    <a:pt x="308258" y="274821"/>
                  </a:moveTo>
                  <a:cubicBezTo>
                    <a:pt x="338230" y="219830"/>
                    <a:pt x="287176" y="56254"/>
                    <a:pt x="204626" y="11804"/>
                  </a:cubicBezTo>
                  <a:cubicBezTo>
                    <a:pt x="122076" y="-32646"/>
                    <a:pt x="39526" y="58794"/>
                    <a:pt x="9554" y="114547"/>
                  </a:cubicBezTo>
                  <a:cubicBezTo>
                    <a:pt x="-20418" y="169665"/>
                    <a:pt x="22508" y="250564"/>
                    <a:pt x="105058" y="295141"/>
                  </a:cubicBezTo>
                  <a:cubicBezTo>
                    <a:pt x="186846" y="338829"/>
                    <a:pt x="278286" y="329939"/>
                    <a:pt x="308258" y="274948"/>
                  </a:cubicBezTo>
                  <a:close/>
                </a:path>
              </a:pathLst>
            </a:custGeom>
            <a:solidFill>
              <a:srgbClr val="F9BE75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107381" y="5002708"/>
            <a:ext cx="67771" cy="64614"/>
            <a:chOff x="0" y="0"/>
            <a:chExt cx="223338" cy="21293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12674" y="12721"/>
              <a:ext cx="218873" cy="208287"/>
            </a:xfrm>
            <a:custGeom>
              <a:avLst/>
              <a:gdLst/>
              <a:ahLst/>
              <a:cxnLst/>
              <a:rect r="r" b="b" t="t" l="l"/>
              <a:pathLst>
                <a:path h="208287" w="218873">
                  <a:moveTo>
                    <a:pt x="4598" y="27792"/>
                  </a:moveTo>
                  <a:cubicBezTo>
                    <a:pt x="-14071" y="62590"/>
                    <a:pt x="26442" y="167873"/>
                    <a:pt x="83973" y="199369"/>
                  </a:cubicBezTo>
                  <a:cubicBezTo>
                    <a:pt x="141504" y="230103"/>
                    <a:pt x="194844" y="174223"/>
                    <a:pt x="213513" y="140314"/>
                  </a:cubicBezTo>
                  <a:cubicBezTo>
                    <a:pt x="232182" y="105516"/>
                    <a:pt x="200559" y="52938"/>
                    <a:pt x="142266" y="22204"/>
                  </a:cubicBezTo>
                  <a:cubicBezTo>
                    <a:pt x="84735" y="-9419"/>
                    <a:pt x="23267" y="-7006"/>
                    <a:pt x="4598" y="27792"/>
                  </a:cubicBezTo>
                  <a:close/>
                </a:path>
              </a:pathLst>
            </a:custGeom>
            <a:solidFill>
              <a:srgbClr val="D0343C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569796" y="7100043"/>
            <a:ext cx="529405" cy="656617"/>
            <a:chOff x="0" y="0"/>
            <a:chExt cx="1742234" cy="216088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2641" y="12637"/>
              <a:ext cx="1737714" cy="2156364"/>
            </a:xfrm>
            <a:custGeom>
              <a:avLst/>
              <a:gdLst/>
              <a:ahLst/>
              <a:cxnLst/>
              <a:rect r="r" b="b" t="t" l="l"/>
              <a:pathLst>
                <a:path h="2156364" w="1737714">
                  <a:moveTo>
                    <a:pt x="4250" y="926401"/>
                  </a:moveTo>
                  <a:cubicBezTo>
                    <a:pt x="50351" y="1387792"/>
                    <a:pt x="758630" y="2201989"/>
                    <a:pt x="1233737" y="2154364"/>
                  </a:cubicBezTo>
                  <a:cubicBezTo>
                    <a:pt x="1708844" y="2106739"/>
                    <a:pt x="1771201" y="1214564"/>
                    <a:pt x="1725100" y="753300"/>
                  </a:cubicBezTo>
                  <a:cubicBezTo>
                    <a:pt x="1678999" y="292036"/>
                    <a:pt x="1255581" y="-43117"/>
                    <a:pt x="780474" y="4508"/>
                  </a:cubicBezTo>
                  <a:cubicBezTo>
                    <a:pt x="305367" y="52133"/>
                    <a:pt x="-42740" y="465137"/>
                    <a:pt x="4250" y="926401"/>
                  </a:cubicBezTo>
                  <a:close/>
                </a:path>
              </a:pathLst>
            </a:custGeom>
            <a:solidFill>
              <a:srgbClr val="E4625C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466499" y="7205800"/>
            <a:ext cx="782506" cy="532448"/>
            <a:chOff x="0" y="0"/>
            <a:chExt cx="2575173" cy="1752249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12652" y="12770"/>
              <a:ext cx="2570551" cy="1747614"/>
            </a:xfrm>
            <a:custGeom>
              <a:avLst/>
              <a:gdLst/>
              <a:ahLst/>
              <a:cxnLst/>
              <a:rect r="r" b="b" t="t" l="l"/>
              <a:pathLst>
                <a:path h="1747614" w="2570551">
                  <a:moveTo>
                    <a:pt x="32179" y="1404296"/>
                  </a:moveTo>
                  <a:cubicBezTo>
                    <a:pt x="171371" y="1704524"/>
                    <a:pt x="803577" y="1803330"/>
                    <a:pt x="1325547" y="1718367"/>
                  </a:cubicBezTo>
                  <a:cubicBezTo>
                    <a:pt x="1847644" y="1633404"/>
                    <a:pt x="2674033" y="1245673"/>
                    <a:pt x="2559860" y="545649"/>
                  </a:cubicBezTo>
                  <a:cubicBezTo>
                    <a:pt x="2515410" y="272853"/>
                    <a:pt x="2226358" y="-216097"/>
                    <a:pt x="1148382" y="106102"/>
                  </a:cubicBezTo>
                  <a:cubicBezTo>
                    <a:pt x="550085" y="284918"/>
                    <a:pt x="-160480" y="989768"/>
                    <a:pt x="32179" y="1404296"/>
                  </a:cubicBezTo>
                  <a:close/>
                </a:path>
              </a:pathLst>
            </a:custGeom>
            <a:solidFill>
              <a:srgbClr val="8DB1C4">
                <a:alpha val="63922"/>
              </a:srgbClr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405012" y="7166448"/>
            <a:ext cx="770961" cy="530542"/>
            <a:chOff x="0" y="0"/>
            <a:chExt cx="2537178" cy="174597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12700" y="12681"/>
              <a:ext cx="2532507" cy="1741316"/>
            </a:xfrm>
            <a:custGeom>
              <a:avLst/>
              <a:gdLst/>
              <a:ahLst/>
              <a:cxnLst/>
              <a:rect r="r" b="b" t="t" l="l"/>
              <a:pathLst>
                <a:path h="1741316" w="2532507">
                  <a:moveTo>
                    <a:pt x="0" y="649497"/>
                  </a:moveTo>
                  <a:cubicBezTo>
                    <a:pt x="0" y="1171594"/>
                    <a:pt x="939800" y="1741316"/>
                    <a:pt x="1457706" y="1741316"/>
                  </a:cubicBezTo>
                  <a:cubicBezTo>
                    <a:pt x="1975612" y="1741316"/>
                    <a:pt x="2532507" y="1171467"/>
                    <a:pt x="2532507" y="649497"/>
                  </a:cubicBezTo>
                  <a:cubicBezTo>
                    <a:pt x="2532507" y="127527"/>
                    <a:pt x="2313940" y="-226295"/>
                    <a:pt x="1548257" y="169564"/>
                  </a:cubicBezTo>
                  <a:cubicBezTo>
                    <a:pt x="1088644" y="408324"/>
                    <a:pt x="0" y="127400"/>
                    <a:pt x="0" y="649497"/>
                  </a:cubicBezTo>
                  <a:close/>
                </a:path>
              </a:pathLst>
            </a:custGeom>
            <a:solidFill>
              <a:srgbClr val="615474">
                <a:alpha val="63922"/>
              </a:srgbClr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47625"/>
              <a:ext cx="2537178" cy="1793601"/>
            </a:xfrm>
            <a:prstGeom prst="rect">
              <a:avLst/>
            </a:prstGeom>
          </p:spPr>
          <p:txBody>
            <a:bodyPr anchor="ctr" rtlCol="false" tIns="20582" lIns="20582" bIns="20582" rIns="20582"/>
            <a:lstStyle/>
            <a:p>
              <a:pPr algn="ctr">
                <a:lnSpc>
                  <a:spcPts val="2625"/>
                </a:lnSpc>
              </a:pPr>
              <a:r>
                <a:rPr lang="en-US" sz="2187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03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883878" y="7060153"/>
            <a:ext cx="145666" cy="131646"/>
            <a:chOff x="0" y="0"/>
            <a:chExt cx="480039" cy="433837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2684" y="12713"/>
              <a:ext cx="475367" cy="429261"/>
            </a:xfrm>
            <a:custGeom>
              <a:avLst/>
              <a:gdLst/>
              <a:ahLst/>
              <a:cxnLst/>
              <a:rect r="r" b="b" t="t" l="l"/>
              <a:pathLst>
                <a:path h="429261" w="475367">
                  <a:moveTo>
                    <a:pt x="32274" y="398767"/>
                  </a:moveTo>
                  <a:cubicBezTo>
                    <a:pt x="93742" y="456298"/>
                    <a:pt x="335804" y="431914"/>
                    <a:pt x="432070" y="329933"/>
                  </a:cubicBezTo>
                  <a:cubicBezTo>
                    <a:pt x="528336" y="227190"/>
                    <a:pt x="442611" y="85458"/>
                    <a:pt x="381905" y="27292"/>
                  </a:cubicBezTo>
                  <a:cubicBezTo>
                    <a:pt x="320437" y="-30239"/>
                    <a:pt x="192548" y="6210"/>
                    <a:pt x="96155" y="108191"/>
                  </a:cubicBezTo>
                  <a:cubicBezTo>
                    <a:pt x="-111" y="210934"/>
                    <a:pt x="-29194" y="341236"/>
                    <a:pt x="32274" y="398767"/>
                  </a:cubicBezTo>
                  <a:close/>
                </a:path>
              </a:pathLst>
            </a:custGeom>
            <a:solidFill>
              <a:srgbClr val="F9BE75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355823" y="7476340"/>
            <a:ext cx="97680" cy="99495"/>
            <a:chOff x="0" y="0"/>
            <a:chExt cx="321459" cy="327431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12671" y="12707"/>
              <a:ext cx="316916" cy="322850"/>
            </a:xfrm>
            <a:custGeom>
              <a:avLst/>
              <a:gdLst/>
              <a:ahLst/>
              <a:cxnLst/>
              <a:rect r="r" b="b" t="t" l="l"/>
              <a:pathLst>
                <a:path h="322850" w="316916">
                  <a:moveTo>
                    <a:pt x="308258" y="274821"/>
                  </a:moveTo>
                  <a:cubicBezTo>
                    <a:pt x="338230" y="219830"/>
                    <a:pt x="287176" y="56254"/>
                    <a:pt x="204626" y="11804"/>
                  </a:cubicBezTo>
                  <a:cubicBezTo>
                    <a:pt x="122076" y="-32646"/>
                    <a:pt x="39526" y="58794"/>
                    <a:pt x="9554" y="114547"/>
                  </a:cubicBezTo>
                  <a:cubicBezTo>
                    <a:pt x="-20418" y="169665"/>
                    <a:pt x="22508" y="250564"/>
                    <a:pt x="105058" y="295141"/>
                  </a:cubicBezTo>
                  <a:cubicBezTo>
                    <a:pt x="186846" y="338829"/>
                    <a:pt x="278286" y="329939"/>
                    <a:pt x="308258" y="274948"/>
                  </a:cubicBezTo>
                  <a:close/>
                </a:path>
              </a:pathLst>
            </a:custGeom>
            <a:solidFill>
              <a:srgbClr val="F9BE75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108417" y="7127097"/>
            <a:ext cx="67865" cy="64703"/>
            <a:chOff x="0" y="0"/>
            <a:chExt cx="223338" cy="212932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12674" y="12721"/>
              <a:ext cx="218873" cy="208287"/>
            </a:xfrm>
            <a:custGeom>
              <a:avLst/>
              <a:gdLst/>
              <a:ahLst/>
              <a:cxnLst/>
              <a:rect r="r" b="b" t="t" l="l"/>
              <a:pathLst>
                <a:path h="208287" w="218873">
                  <a:moveTo>
                    <a:pt x="4598" y="27792"/>
                  </a:moveTo>
                  <a:cubicBezTo>
                    <a:pt x="-14071" y="62590"/>
                    <a:pt x="26442" y="167873"/>
                    <a:pt x="83973" y="199369"/>
                  </a:cubicBezTo>
                  <a:cubicBezTo>
                    <a:pt x="141504" y="230103"/>
                    <a:pt x="194844" y="174223"/>
                    <a:pt x="213513" y="140314"/>
                  </a:cubicBezTo>
                  <a:cubicBezTo>
                    <a:pt x="232182" y="105516"/>
                    <a:pt x="200559" y="52938"/>
                    <a:pt x="142266" y="22204"/>
                  </a:cubicBezTo>
                  <a:cubicBezTo>
                    <a:pt x="84735" y="-9419"/>
                    <a:pt x="23267" y="-7006"/>
                    <a:pt x="4598" y="27792"/>
                  </a:cubicBezTo>
                  <a:close/>
                </a:path>
              </a:pathLst>
            </a:custGeom>
            <a:solidFill>
              <a:srgbClr val="D0343C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569501" y="2924386"/>
            <a:ext cx="528676" cy="655713"/>
            <a:chOff x="0" y="0"/>
            <a:chExt cx="1742234" cy="21608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12641" y="12637"/>
              <a:ext cx="1737714" cy="2156364"/>
            </a:xfrm>
            <a:custGeom>
              <a:avLst/>
              <a:gdLst/>
              <a:ahLst/>
              <a:cxnLst/>
              <a:rect r="r" b="b" t="t" l="l"/>
              <a:pathLst>
                <a:path h="2156364" w="1737714">
                  <a:moveTo>
                    <a:pt x="4250" y="926401"/>
                  </a:moveTo>
                  <a:cubicBezTo>
                    <a:pt x="50351" y="1387792"/>
                    <a:pt x="758630" y="2201989"/>
                    <a:pt x="1233737" y="2154364"/>
                  </a:cubicBezTo>
                  <a:cubicBezTo>
                    <a:pt x="1708844" y="2106739"/>
                    <a:pt x="1771201" y="1214564"/>
                    <a:pt x="1725100" y="753300"/>
                  </a:cubicBezTo>
                  <a:cubicBezTo>
                    <a:pt x="1678999" y="292036"/>
                    <a:pt x="1255581" y="-43117"/>
                    <a:pt x="780474" y="4508"/>
                  </a:cubicBezTo>
                  <a:cubicBezTo>
                    <a:pt x="305367" y="52133"/>
                    <a:pt x="-42740" y="465137"/>
                    <a:pt x="4250" y="926401"/>
                  </a:cubicBezTo>
                  <a:close/>
                </a:path>
              </a:pathLst>
            </a:custGeom>
            <a:solidFill>
              <a:srgbClr val="E4625C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466346" y="3029997"/>
            <a:ext cx="781429" cy="531715"/>
            <a:chOff x="0" y="0"/>
            <a:chExt cx="2575173" cy="1752249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12652" y="12770"/>
              <a:ext cx="2570551" cy="1747614"/>
            </a:xfrm>
            <a:custGeom>
              <a:avLst/>
              <a:gdLst/>
              <a:ahLst/>
              <a:cxnLst/>
              <a:rect r="r" b="b" t="t" l="l"/>
              <a:pathLst>
                <a:path h="1747614" w="2570551">
                  <a:moveTo>
                    <a:pt x="32179" y="1404296"/>
                  </a:moveTo>
                  <a:cubicBezTo>
                    <a:pt x="171371" y="1704524"/>
                    <a:pt x="803577" y="1803330"/>
                    <a:pt x="1325547" y="1718367"/>
                  </a:cubicBezTo>
                  <a:cubicBezTo>
                    <a:pt x="1847644" y="1633404"/>
                    <a:pt x="2674033" y="1245673"/>
                    <a:pt x="2559860" y="545649"/>
                  </a:cubicBezTo>
                  <a:cubicBezTo>
                    <a:pt x="2515410" y="272853"/>
                    <a:pt x="2226358" y="-216097"/>
                    <a:pt x="1148382" y="106102"/>
                  </a:cubicBezTo>
                  <a:cubicBezTo>
                    <a:pt x="550085" y="284918"/>
                    <a:pt x="-160480" y="989768"/>
                    <a:pt x="32179" y="1404296"/>
                  </a:cubicBezTo>
                  <a:close/>
                </a:path>
              </a:pathLst>
            </a:custGeom>
            <a:solidFill>
              <a:srgbClr val="8DB1C4">
                <a:alpha val="63922"/>
              </a:srgbClr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404944" y="2990700"/>
            <a:ext cx="769899" cy="529811"/>
            <a:chOff x="0" y="0"/>
            <a:chExt cx="2537178" cy="1745976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12700" y="12681"/>
              <a:ext cx="2532507" cy="1741316"/>
            </a:xfrm>
            <a:custGeom>
              <a:avLst/>
              <a:gdLst/>
              <a:ahLst/>
              <a:cxnLst/>
              <a:rect r="r" b="b" t="t" l="l"/>
              <a:pathLst>
                <a:path h="1741316" w="2532507">
                  <a:moveTo>
                    <a:pt x="0" y="649497"/>
                  </a:moveTo>
                  <a:cubicBezTo>
                    <a:pt x="0" y="1171594"/>
                    <a:pt x="939800" y="1741316"/>
                    <a:pt x="1457706" y="1741316"/>
                  </a:cubicBezTo>
                  <a:cubicBezTo>
                    <a:pt x="1975612" y="1741316"/>
                    <a:pt x="2532507" y="1171467"/>
                    <a:pt x="2532507" y="649497"/>
                  </a:cubicBezTo>
                  <a:cubicBezTo>
                    <a:pt x="2532507" y="127527"/>
                    <a:pt x="2313940" y="-226295"/>
                    <a:pt x="1548257" y="169564"/>
                  </a:cubicBezTo>
                  <a:cubicBezTo>
                    <a:pt x="1088644" y="408324"/>
                    <a:pt x="0" y="127400"/>
                    <a:pt x="0" y="649497"/>
                  </a:cubicBezTo>
                  <a:close/>
                </a:path>
              </a:pathLst>
            </a:custGeom>
            <a:solidFill>
              <a:srgbClr val="615474">
                <a:alpha val="63922"/>
              </a:srgbClr>
            </a:solid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47625"/>
              <a:ext cx="2537178" cy="1793601"/>
            </a:xfrm>
            <a:prstGeom prst="rect">
              <a:avLst/>
            </a:prstGeom>
          </p:spPr>
          <p:txBody>
            <a:bodyPr anchor="ctr" rtlCol="false" tIns="20553" lIns="20553" bIns="20553" rIns="20553"/>
            <a:lstStyle/>
            <a:p>
              <a:pPr algn="ctr">
                <a:lnSpc>
                  <a:spcPts val="2621"/>
                </a:lnSpc>
              </a:pPr>
              <a:r>
                <a:rPr lang="en-US" sz="2184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01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883878" y="2850704"/>
            <a:ext cx="145666" cy="131646"/>
            <a:chOff x="0" y="0"/>
            <a:chExt cx="480039" cy="433837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12684" y="12713"/>
              <a:ext cx="475367" cy="429261"/>
            </a:xfrm>
            <a:custGeom>
              <a:avLst/>
              <a:gdLst/>
              <a:ahLst/>
              <a:cxnLst/>
              <a:rect r="r" b="b" t="t" l="l"/>
              <a:pathLst>
                <a:path h="429261" w="475367">
                  <a:moveTo>
                    <a:pt x="32274" y="398767"/>
                  </a:moveTo>
                  <a:cubicBezTo>
                    <a:pt x="93742" y="456298"/>
                    <a:pt x="335804" y="431914"/>
                    <a:pt x="432070" y="329933"/>
                  </a:cubicBezTo>
                  <a:cubicBezTo>
                    <a:pt x="528336" y="227190"/>
                    <a:pt x="442611" y="85458"/>
                    <a:pt x="381905" y="27292"/>
                  </a:cubicBezTo>
                  <a:cubicBezTo>
                    <a:pt x="320437" y="-30239"/>
                    <a:pt x="192548" y="6210"/>
                    <a:pt x="96155" y="108191"/>
                  </a:cubicBezTo>
                  <a:cubicBezTo>
                    <a:pt x="-111" y="210934"/>
                    <a:pt x="-29194" y="341236"/>
                    <a:pt x="32274" y="398767"/>
                  </a:cubicBezTo>
                  <a:close/>
                </a:path>
              </a:pathLst>
            </a:custGeom>
            <a:solidFill>
              <a:srgbClr val="F9BE75"/>
            </a:solid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355823" y="3300165"/>
            <a:ext cx="97546" cy="99358"/>
            <a:chOff x="0" y="0"/>
            <a:chExt cx="321459" cy="327431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12671" y="12707"/>
              <a:ext cx="316916" cy="322850"/>
            </a:xfrm>
            <a:custGeom>
              <a:avLst/>
              <a:gdLst/>
              <a:ahLst/>
              <a:cxnLst/>
              <a:rect r="r" b="b" t="t" l="l"/>
              <a:pathLst>
                <a:path h="322850" w="316916">
                  <a:moveTo>
                    <a:pt x="308258" y="274821"/>
                  </a:moveTo>
                  <a:cubicBezTo>
                    <a:pt x="338230" y="219830"/>
                    <a:pt x="287176" y="56254"/>
                    <a:pt x="204626" y="11804"/>
                  </a:cubicBezTo>
                  <a:cubicBezTo>
                    <a:pt x="122076" y="-32646"/>
                    <a:pt x="39526" y="58794"/>
                    <a:pt x="9554" y="114547"/>
                  </a:cubicBezTo>
                  <a:cubicBezTo>
                    <a:pt x="-20418" y="169665"/>
                    <a:pt x="22508" y="250564"/>
                    <a:pt x="105058" y="295141"/>
                  </a:cubicBezTo>
                  <a:cubicBezTo>
                    <a:pt x="186846" y="338829"/>
                    <a:pt x="278286" y="329939"/>
                    <a:pt x="308258" y="274948"/>
                  </a:cubicBezTo>
                  <a:close/>
                </a:path>
              </a:pathLst>
            </a:custGeom>
            <a:solidFill>
              <a:srgbClr val="F9BE75"/>
            </a:solid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107381" y="2951402"/>
            <a:ext cx="67771" cy="64614"/>
            <a:chOff x="0" y="0"/>
            <a:chExt cx="223338" cy="212932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12674" y="12721"/>
              <a:ext cx="218873" cy="208287"/>
            </a:xfrm>
            <a:custGeom>
              <a:avLst/>
              <a:gdLst/>
              <a:ahLst/>
              <a:cxnLst/>
              <a:rect r="r" b="b" t="t" l="l"/>
              <a:pathLst>
                <a:path h="208287" w="218873">
                  <a:moveTo>
                    <a:pt x="4598" y="27792"/>
                  </a:moveTo>
                  <a:cubicBezTo>
                    <a:pt x="-14071" y="62590"/>
                    <a:pt x="26442" y="167873"/>
                    <a:pt x="83973" y="199369"/>
                  </a:cubicBezTo>
                  <a:cubicBezTo>
                    <a:pt x="141504" y="230103"/>
                    <a:pt x="194844" y="174223"/>
                    <a:pt x="213513" y="140314"/>
                  </a:cubicBezTo>
                  <a:cubicBezTo>
                    <a:pt x="232182" y="105516"/>
                    <a:pt x="200559" y="52938"/>
                    <a:pt x="142266" y="22204"/>
                  </a:cubicBezTo>
                  <a:cubicBezTo>
                    <a:pt x="84735" y="-9419"/>
                    <a:pt x="23267" y="-7006"/>
                    <a:pt x="4598" y="27792"/>
                  </a:cubicBezTo>
                  <a:close/>
                </a:path>
              </a:pathLst>
            </a:custGeom>
            <a:solidFill>
              <a:srgbClr val="D0343C"/>
            </a:solid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676400" y="2361238"/>
            <a:ext cx="6326765" cy="1862623"/>
            <a:chOff x="0" y="0"/>
            <a:chExt cx="8435687" cy="2483497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8435687" cy="2483497"/>
            </a:xfrm>
            <a:custGeom>
              <a:avLst/>
              <a:gdLst/>
              <a:ahLst/>
              <a:cxnLst/>
              <a:rect r="r" b="b" t="t" l="l"/>
              <a:pathLst>
                <a:path h="2483497" w="8435687">
                  <a:moveTo>
                    <a:pt x="0" y="0"/>
                  </a:moveTo>
                  <a:lnTo>
                    <a:pt x="8435687" y="0"/>
                  </a:lnTo>
                  <a:lnTo>
                    <a:pt x="8435687" y="2483497"/>
                  </a:lnTo>
                  <a:lnTo>
                    <a:pt x="0" y="2483497"/>
                  </a:lnTo>
                  <a:close/>
                </a:path>
              </a:pathLst>
            </a:custGeom>
          </p:spPr>
        </p:sp>
        <p:sp>
          <p:nvSpPr>
            <p:cNvPr name="TextBox 53" id="53"/>
            <p:cNvSpPr txBox="true"/>
            <p:nvPr/>
          </p:nvSpPr>
          <p:spPr>
            <a:xfrm>
              <a:off x="0" y="-95250"/>
              <a:ext cx="8435687" cy="2578747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879"/>
                </a:lnSpc>
              </a:pPr>
              <a:r>
                <a:rPr lang="en-US" sz="48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Whole Book</a:t>
              </a:r>
              <a:r>
                <a:rPr lang="en-US" b="true" sz="489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in </a:t>
              </a:r>
              <a:r>
                <a:rPr lang="en-US" sz="4899" b="true">
                  <a:solidFill>
                    <a:srgbClr val="F9BE7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 Minutes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676400" y="4573477"/>
            <a:ext cx="5893793" cy="2470415"/>
            <a:chOff x="0" y="0"/>
            <a:chExt cx="7858391" cy="3293887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7858391" cy="3293887"/>
            </a:xfrm>
            <a:custGeom>
              <a:avLst/>
              <a:gdLst/>
              <a:ahLst/>
              <a:cxnLst/>
              <a:rect r="r" b="b" t="t" l="l"/>
              <a:pathLst>
                <a:path h="3293887" w="7858391">
                  <a:moveTo>
                    <a:pt x="0" y="0"/>
                  </a:moveTo>
                  <a:lnTo>
                    <a:pt x="7858391" y="0"/>
                  </a:lnTo>
                  <a:lnTo>
                    <a:pt x="7858391" y="3293887"/>
                  </a:lnTo>
                  <a:lnTo>
                    <a:pt x="0" y="3293887"/>
                  </a:lnTo>
                  <a:close/>
                </a:path>
              </a:pathLst>
            </a:custGeom>
          </p:spPr>
        </p:sp>
        <p:sp>
          <p:nvSpPr>
            <p:cNvPr name="TextBox 56" id="56"/>
            <p:cNvSpPr txBox="true"/>
            <p:nvPr/>
          </p:nvSpPr>
          <p:spPr>
            <a:xfrm>
              <a:off x="0" y="-95250"/>
              <a:ext cx="7858391" cy="3389137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879"/>
                </a:lnSpc>
              </a:pPr>
              <a:r>
                <a:rPr lang="en-US" sz="4899" b="true">
                  <a:solidFill>
                    <a:srgbClr val="F9BE7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Consistent</a:t>
              </a:r>
              <a:r>
                <a:rPr lang="en-US" sz="48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Characters and Art Style</a:t>
              </a:r>
            </a:p>
            <a:p>
              <a:pPr algn="l">
                <a:lnSpc>
                  <a:spcPts val="5879"/>
                </a:lnSpc>
              </a:pP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586835" y="6680844"/>
            <a:ext cx="5983358" cy="1727465"/>
            <a:chOff x="0" y="0"/>
            <a:chExt cx="7977811" cy="2303287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7977811" cy="2303287"/>
            </a:xfrm>
            <a:custGeom>
              <a:avLst/>
              <a:gdLst/>
              <a:ahLst/>
              <a:cxnLst/>
              <a:rect r="r" b="b" t="t" l="l"/>
              <a:pathLst>
                <a:path h="2303287" w="7977811">
                  <a:moveTo>
                    <a:pt x="0" y="0"/>
                  </a:moveTo>
                  <a:lnTo>
                    <a:pt x="7977811" y="0"/>
                  </a:lnTo>
                  <a:lnTo>
                    <a:pt x="7977811" y="2303287"/>
                  </a:lnTo>
                  <a:lnTo>
                    <a:pt x="0" y="2303287"/>
                  </a:lnTo>
                  <a:close/>
                </a:path>
              </a:pathLst>
            </a:custGeom>
          </p:spPr>
        </p:sp>
        <p:sp>
          <p:nvSpPr>
            <p:cNvPr name="TextBox 59" id="59"/>
            <p:cNvSpPr txBox="true"/>
            <p:nvPr/>
          </p:nvSpPr>
          <p:spPr>
            <a:xfrm>
              <a:off x="0" y="-95250"/>
              <a:ext cx="7977811" cy="2398537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879"/>
                </a:lnSpc>
              </a:pPr>
              <a:r>
                <a:rPr lang="en-US" sz="48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Plo</a:t>
              </a:r>
              <a:r>
                <a:rPr lang="en-US" b="true" sz="489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 and Message </a:t>
              </a:r>
              <a:r>
                <a:rPr lang="en-US" sz="4899" b="true">
                  <a:solidFill>
                    <a:srgbClr val="F9BE7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Preservation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57300" y="502295"/>
            <a:ext cx="7507600" cy="808358"/>
            <a:chOff x="0" y="0"/>
            <a:chExt cx="21031200" cy="226447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031200" cy="2264470"/>
            </a:xfrm>
            <a:custGeom>
              <a:avLst/>
              <a:gdLst/>
              <a:ahLst/>
              <a:cxnLst/>
              <a:rect r="r" b="b" t="t" l="l"/>
              <a:pathLst>
                <a:path h="2264470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2264470"/>
                  </a:lnTo>
                  <a:lnTo>
                    <a:pt x="0" y="2264470"/>
                  </a:lnTo>
                  <a:close/>
                </a:path>
              </a:pathLst>
            </a:custGeom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21031200" cy="2293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</a:p>
          </p:txBody>
        </p:sp>
      </p:grpSp>
      <p:graphicFrame>
        <p:nvGraphicFramePr>
          <p:cNvPr name="Table 5" id="5"/>
          <p:cNvGraphicFramePr>
            <a:graphicFrameLocks noGrp="true"/>
          </p:cNvGraphicFramePr>
          <p:nvPr/>
        </p:nvGraphicFramePr>
        <p:xfrm>
          <a:off x="0" y="0"/>
          <a:ext cx="18288000" cy="10287000"/>
        </p:xfrm>
        <a:graphic>
          <a:graphicData uri="http://schemas.openxmlformats.org/drawingml/2006/table">
            <a:tbl>
              <a:tblPr/>
              <a:tblGrid>
                <a:gridCol w="3444949"/>
                <a:gridCol w="3677871"/>
                <a:gridCol w="3636282"/>
                <a:gridCol w="3639731"/>
                <a:gridCol w="3889167"/>
              </a:tblGrid>
              <a:tr h="191363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5179"/>
                        </a:lnSpc>
                        <a:defRPr/>
                      </a:pPr>
                      <a:r>
                        <a:rPr lang="en-US" b="true" sz="3699">
                          <a:solidFill>
                            <a:srgbClr val="8DB1C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Competition &amp; Differentiation</a:t>
                      </a: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547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r>
                        <a:rPr lang="en-US" b="true" sz="3099">
                          <a:solidFill>
                            <a:srgbClr val="8DB1C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Fast</a:t>
                      </a: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547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r>
                        <a:rPr lang="en-US" b="true" sz="3099">
                          <a:solidFill>
                            <a:srgbClr val="8DB1C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Consistency</a:t>
                      </a: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547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r>
                        <a:rPr lang="en-US" b="true" sz="3099">
                          <a:solidFill>
                            <a:srgbClr val="8DB1C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Styles</a:t>
                      </a: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547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r>
                        <a:rPr lang="en-US" b="true" sz="3099">
                          <a:solidFill>
                            <a:srgbClr val="8DB1C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Many Chapters</a:t>
                      </a: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5474"/>
                    </a:solidFill>
                  </a:tcPr>
                </a:tc>
              </a:tr>
              <a:tr h="201289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r>
                        <a:rPr lang="en-US" b="true" sz="3099">
                          <a:solidFill>
                            <a:srgbClr val="8DB1C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GenAI + manual</a:t>
                      </a: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547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43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BE7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r>
                        <a:rPr lang="en-US" b="true" sz="3099">
                          <a:solidFill>
                            <a:srgbClr val="F9BE75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Yes</a:t>
                      </a: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BE7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5F58"/>
                    </a:solidFill>
                  </a:tcPr>
                </a:tc>
              </a:tr>
              <a:tr h="2000281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r>
                        <a:rPr lang="en-US" b="true" sz="3099">
                          <a:solidFill>
                            <a:srgbClr val="8DB1C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Gemini Storybooks</a:t>
                      </a: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547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BE7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r>
                        <a:rPr lang="en-US" b="true" sz="3099">
                          <a:solidFill>
                            <a:srgbClr val="F9BE75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No</a:t>
                      </a: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BE7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5F5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5F58"/>
                    </a:solidFill>
                  </a:tcPr>
                </a:tc>
              </a:tr>
              <a:tr h="201289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r>
                        <a:rPr lang="en-US" b="true" sz="3099">
                          <a:solidFill>
                            <a:srgbClr val="8DB1C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OpenAI tools</a:t>
                      </a: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547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5F5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BE7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r>
                        <a:rPr lang="en-US" b="true" sz="3099">
                          <a:solidFill>
                            <a:srgbClr val="F9BE75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Yes</a:t>
                      </a: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BE7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5F58"/>
                    </a:solidFill>
                  </a:tcPr>
                </a:tc>
              </a:tr>
              <a:tr h="234730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r>
                        <a:rPr lang="en-US" b="true" sz="3099">
                          <a:solidFill>
                            <a:srgbClr val="8DB1C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AI StoryBook</a:t>
                      </a: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547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r>
                        <a:rPr lang="en-US" b="true" sz="3099">
                          <a:solidFill>
                            <a:srgbClr val="F9BE75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1 min</a:t>
                      </a: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BE7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r>
                        <a:rPr lang="en-US" b="true" sz="3099">
                          <a:solidFill>
                            <a:srgbClr val="F9BE75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Yes</a:t>
                      </a: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BE7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r>
                        <a:rPr lang="en-US" b="true" sz="3099">
                          <a:solidFill>
                            <a:srgbClr val="F9BE75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Yes</a:t>
                      </a: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BE7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719"/>
                        </a:lnSpc>
                        <a:defRPr/>
                      </a:pPr>
                      <a:endParaRPr lang="en-US" sz="1100"/>
                    </a:p>
                  </a:txBody>
                  <a:tcPr marL="53632" marR="53632" marT="53632" marB="53632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BE7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4035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83140" y="-12633"/>
            <a:ext cx="1815837" cy="2102811"/>
            <a:chOff x="0" y="0"/>
            <a:chExt cx="2421116" cy="280374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708" y="12700"/>
              <a:ext cx="2395695" cy="2778353"/>
            </a:xfrm>
            <a:custGeom>
              <a:avLst/>
              <a:gdLst/>
              <a:ahLst/>
              <a:cxnLst/>
              <a:rect r="r" b="b" t="t" l="l"/>
              <a:pathLst>
                <a:path h="2778353" w="2395695">
                  <a:moveTo>
                    <a:pt x="545584" y="0"/>
                  </a:moveTo>
                  <a:lnTo>
                    <a:pt x="1849366" y="0"/>
                  </a:lnTo>
                  <a:lnTo>
                    <a:pt x="1948934" y="64516"/>
                  </a:lnTo>
                  <a:cubicBezTo>
                    <a:pt x="2184646" y="251333"/>
                    <a:pt x="2346571" y="525780"/>
                    <a:pt x="2378321" y="843788"/>
                  </a:cubicBezTo>
                  <a:cubicBezTo>
                    <a:pt x="2441821" y="1479804"/>
                    <a:pt x="2355969" y="2709672"/>
                    <a:pt x="1700903" y="2775585"/>
                  </a:cubicBezTo>
                  <a:cubicBezTo>
                    <a:pt x="1045837" y="2841371"/>
                    <a:pt x="69461" y="1718818"/>
                    <a:pt x="5834" y="1082548"/>
                  </a:cubicBezTo>
                  <a:cubicBezTo>
                    <a:pt x="-34552" y="685038"/>
                    <a:pt x="137660" y="313690"/>
                    <a:pt x="432427" y="74930"/>
                  </a:cubicBezTo>
                  <a:close/>
                </a:path>
              </a:pathLst>
            </a:custGeom>
            <a:solidFill>
              <a:srgbClr val="E4625C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31665" y="201276"/>
            <a:ext cx="2677161" cy="1826213"/>
            <a:chOff x="0" y="0"/>
            <a:chExt cx="3569548" cy="24349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12677" y="12688"/>
              <a:ext cx="3544084" cy="2409574"/>
            </a:xfrm>
            <a:custGeom>
              <a:avLst/>
              <a:gdLst/>
              <a:ahLst/>
              <a:cxnLst/>
              <a:rect r="r" b="b" t="t" l="l"/>
              <a:pathLst>
                <a:path h="2409574" w="3544084">
                  <a:moveTo>
                    <a:pt x="44346" y="1936254"/>
                  </a:moveTo>
                  <a:cubicBezTo>
                    <a:pt x="236370" y="2350274"/>
                    <a:pt x="1107844" y="2486418"/>
                    <a:pt x="1827553" y="2369197"/>
                  </a:cubicBezTo>
                  <a:cubicBezTo>
                    <a:pt x="2547516" y="2251976"/>
                    <a:pt x="3686706" y="1717433"/>
                    <a:pt x="3529353" y="752233"/>
                  </a:cubicBezTo>
                  <a:cubicBezTo>
                    <a:pt x="3468012" y="376059"/>
                    <a:pt x="3069613" y="-297930"/>
                    <a:pt x="1583332" y="146316"/>
                  </a:cubicBezTo>
                  <a:cubicBezTo>
                    <a:pt x="758467" y="392950"/>
                    <a:pt x="-221211" y="1364881"/>
                    <a:pt x="44346" y="1936254"/>
                  </a:cubicBezTo>
                  <a:close/>
                </a:path>
              </a:pathLst>
            </a:custGeom>
            <a:solidFill>
              <a:srgbClr val="8DB1C4">
                <a:alpha val="63922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722427" y="67364"/>
            <a:ext cx="2637871" cy="1819726"/>
            <a:chOff x="0" y="0"/>
            <a:chExt cx="3517162" cy="242630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12700" y="12612"/>
              <a:ext cx="3491738" cy="2401023"/>
            </a:xfrm>
            <a:custGeom>
              <a:avLst/>
              <a:gdLst/>
              <a:ahLst/>
              <a:cxnLst/>
              <a:rect r="r" b="b" t="t" l="l"/>
              <a:pathLst>
                <a:path h="2401023" w="3491738">
                  <a:moveTo>
                    <a:pt x="0" y="895565"/>
                  </a:moveTo>
                  <a:cubicBezTo>
                    <a:pt x="0" y="1615401"/>
                    <a:pt x="1295654" y="2401023"/>
                    <a:pt x="2009902" y="2401023"/>
                  </a:cubicBezTo>
                  <a:cubicBezTo>
                    <a:pt x="2724150" y="2401023"/>
                    <a:pt x="3491738" y="1615401"/>
                    <a:pt x="3491738" y="895565"/>
                  </a:cubicBezTo>
                  <a:cubicBezTo>
                    <a:pt x="3491738" y="175729"/>
                    <a:pt x="3190494" y="-311951"/>
                    <a:pt x="2134870" y="233768"/>
                  </a:cubicBezTo>
                  <a:cubicBezTo>
                    <a:pt x="1501013" y="562952"/>
                    <a:pt x="0" y="175856"/>
                    <a:pt x="0" y="895565"/>
                  </a:cubicBezTo>
                  <a:close/>
                </a:path>
              </a:pathLst>
            </a:custGeom>
            <a:solidFill>
              <a:srgbClr val="F9BE75">
                <a:alpha val="63922"/>
              </a:srgbClr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325036" y="2094016"/>
            <a:ext cx="346702" cy="352880"/>
            <a:chOff x="0" y="0"/>
            <a:chExt cx="462270" cy="47050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12761" y="12614"/>
              <a:ext cx="436799" cy="445183"/>
            </a:xfrm>
            <a:custGeom>
              <a:avLst/>
              <a:gdLst/>
              <a:ahLst/>
              <a:cxnLst/>
              <a:rect r="r" b="b" t="t" l="l"/>
              <a:pathLst>
                <a:path h="445183" w="436799">
                  <a:moveTo>
                    <a:pt x="424881" y="379054"/>
                  </a:moveTo>
                  <a:cubicBezTo>
                    <a:pt x="466156" y="303108"/>
                    <a:pt x="395798" y="77810"/>
                    <a:pt x="282006" y="16342"/>
                  </a:cubicBezTo>
                  <a:cubicBezTo>
                    <a:pt x="168214" y="-45126"/>
                    <a:pt x="54422" y="81112"/>
                    <a:pt x="13147" y="158201"/>
                  </a:cubicBezTo>
                  <a:cubicBezTo>
                    <a:pt x="-28128" y="234147"/>
                    <a:pt x="31054" y="345653"/>
                    <a:pt x="144846" y="406994"/>
                  </a:cubicBezTo>
                  <a:cubicBezTo>
                    <a:pt x="257495" y="467192"/>
                    <a:pt x="383606" y="455000"/>
                    <a:pt x="424881" y="379054"/>
                  </a:cubicBezTo>
                  <a:close/>
                </a:path>
              </a:pathLst>
            </a:custGeom>
            <a:solidFill>
              <a:srgbClr val="615474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3412560" y="201276"/>
            <a:ext cx="245241" cy="234480"/>
            <a:chOff x="0" y="0"/>
            <a:chExt cx="326988" cy="3126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12739" y="12718"/>
              <a:ext cx="301573" cy="287262"/>
            </a:xfrm>
            <a:custGeom>
              <a:avLst/>
              <a:gdLst/>
              <a:ahLst/>
              <a:cxnLst/>
              <a:rect r="r" b="b" t="t" l="l"/>
              <a:pathLst>
                <a:path h="287262" w="301573">
                  <a:moveTo>
                    <a:pt x="6311" y="38336"/>
                  </a:moveTo>
                  <a:cubicBezTo>
                    <a:pt x="-19343" y="86342"/>
                    <a:pt x="36410" y="231376"/>
                    <a:pt x="115658" y="274937"/>
                  </a:cubicBezTo>
                  <a:cubicBezTo>
                    <a:pt x="194906" y="317355"/>
                    <a:pt x="268566" y="240393"/>
                    <a:pt x="294220" y="193530"/>
                  </a:cubicBezTo>
                  <a:cubicBezTo>
                    <a:pt x="319874" y="145524"/>
                    <a:pt x="276313" y="73007"/>
                    <a:pt x="196049" y="30589"/>
                  </a:cubicBezTo>
                  <a:cubicBezTo>
                    <a:pt x="116801" y="-12972"/>
                    <a:pt x="31965" y="-9670"/>
                    <a:pt x="6311" y="38336"/>
                  </a:cubicBezTo>
                  <a:close/>
                </a:path>
              </a:pathLst>
            </a:custGeom>
            <a:solidFill>
              <a:srgbClr val="D0343C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4387905" y="204788"/>
            <a:ext cx="12642794" cy="1698353"/>
            <a:chOff x="0" y="0"/>
            <a:chExt cx="16857058" cy="226447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6857058" cy="2264470"/>
            </a:xfrm>
            <a:custGeom>
              <a:avLst/>
              <a:gdLst/>
              <a:ahLst/>
              <a:cxnLst/>
              <a:rect r="r" b="b" t="t" l="l"/>
              <a:pathLst>
                <a:path h="2264470" w="16857058">
                  <a:moveTo>
                    <a:pt x="0" y="0"/>
                  </a:moveTo>
                  <a:lnTo>
                    <a:pt x="16857058" y="0"/>
                  </a:lnTo>
                  <a:lnTo>
                    <a:pt x="16857058" y="2264470"/>
                  </a:lnTo>
                  <a:lnTo>
                    <a:pt x="0" y="2264470"/>
                  </a:lnTo>
                  <a:close/>
                </a:path>
              </a:pathLst>
            </a:custGeom>
          </p:spPr>
        </p:sp>
        <p:sp>
          <p:nvSpPr>
            <p:cNvPr name="TextBox 14" id="14"/>
            <p:cNvSpPr txBox="true"/>
            <p:nvPr/>
          </p:nvSpPr>
          <p:spPr>
            <a:xfrm>
              <a:off x="0" y="-66675"/>
              <a:ext cx="16857058" cy="2331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28"/>
                </a:lnSpc>
              </a:pPr>
              <a:r>
                <a:rPr lang="en-US" sz="6600" b="true">
                  <a:solidFill>
                    <a:srgbClr val="DFDBE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AI</a:t>
              </a:r>
              <a:r>
                <a:rPr lang="en-US" sz="6600" b="true">
                  <a:solidFill>
                    <a:srgbClr val="DFDBE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StoryBook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257300" y="3091272"/>
            <a:ext cx="15773400" cy="6174172"/>
            <a:chOff x="0" y="0"/>
            <a:chExt cx="21031200" cy="823223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031200" cy="8232230"/>
            </a:xfrm>
            <a:custGeom>
              <a:avLst/>
              <a:gdLst/>
              <a:ahLst/>
              <a:cxnLst/>
              <a:rect r="r" b="b" t="t" l="l"/>
              <a:pathLst>
                <a:path h="8232230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8232230"/>
                  </a:lnTo>
                  <a:lnTo>
                    <a:pt x="0" y="8232230"/>
                  </a:lnTo>
                  <a:close/>
                </a:path>
              </a:pathLst>
            </a:custGeom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21031200" cy="8289380"/>
            </a:xfrm>
            <a:prstGeom prst="rect">
              <a:avLst/>
            </a:prstGeom>
          </p:spPr>
          <p:txBody>
            <a:bodyPr anchor="t" rtlCol="false" tIns="0" lIns="0" bIns="0" rIns="0"/>
            <a:lstStyle/>
            <a:p>
              <a:pPr algn="l" marL="977265" indent="-488632" lvl="1">
                <a:lnSpc>
                  <a:spcPts val="5832"/>
                </a:lnSpc>
                <a:buFont typeface="Arial"/>
                <a:buChar char="•"/>
              </a:pP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Tired of </a:t>
              </a: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waiting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for new chapters? </a:t>
              </a: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Continue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on your </a:t>
              </a: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own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!</a:t>
              </a:r>
            </a:p>
            <a:p>
              <a:pPr algn="l" marL="977265" indent="-488632" lvl="1">
                <a:lnSpc>
                  <a:spcPts val="5832"/>
                </a:lnSpc>
                <a:buFont typeface="Arial"/>
                <a:buChar char="•"/>
              </a:pP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One‑click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turns light novels into </a:t>
              </a: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consistent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, </a:t>
              </a: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styled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manga.</a:t>
              </a:r>
            </a:p>
            <a:p>
              <a:pPr algn="l" marL="977265" indent="-488632" lvl="1">
                <a:lnSpc>
                  <a:spcPts val="5832"/>
                </a:lnSpc>
                <a:buFont typeface="Arial"/>
                <a:buChar char="•"/>
              </a:pP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MVP live: </a:t>
              </a: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5‑page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chapters from </a:t>
              </a: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1k–1.5k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words in </a:t>
              </a: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~5 minutes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317830" y="211934"/>
            <a:ext cx="1744569" cy="1691208"/>
            <a:chOff x="0" y="0"/>
            <a:chExt cx="2326092" cy="225494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326092" cy="2254944"/>
            </a:xfrm>
            <a:custGeom>
              <a:avLst/>
              <a:gdLst/>
              <a:ahLst/>
              <a:cxnLst/>
              <a:rect r="r" b="b" t="t" l="l"/>
              <a:pathLst>
                <a:path h="2254944" w="2326092">
                  <a:moveTo>
                    <a:pt x="0" y="0"/>
                  </a:moveTo>
                  <a:lnTo>
                    <a:pt x="2326092" y="0"/>
                  </a:lnTo>
                  <a:lnTo>
                    <a:pt x="2326092" y="2254944"/>
                  </a:lnTo>
                  <a:lnTo>
                    <a:pt x="0" y="2254944"/>
                  </a:lnTo>
                  <a:close/>
                </a:path>
              </a:pathLst>
            </a:custGeom>
          </p:spPr>
        </p:sp>
        <p:sp>
          <p:nvSpPr>
            <p:cNvPr name="TextBox 20" id="20"/>
            <p:cNvSpPr txBox="true"/>
            <p:nvPr/>
          </p:nvSpPr>
          <p:spPr>
            <a:xfrm>
              <a:off x="0" y="-76200"/>
              <a:ext cx="2326092" cy="23311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8748"/>
                </a:lnSpc>
              </a:pPr>
              <a:r>
                <a:rPr lang="en-US" sz="8100" b="true">
                  <a:solidFill>
                    <a:srgbClr val="40355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4035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95604" y="5190351"/>
            <a:ext cx="1306676" cy="1620660"/>
            <a:chOff x="0" y="0"/>
            <a:chExt cx="1742234" cy="21608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641" y="12637"/>
              <a:ext cx="1737714" cy="2156364"/>
            </a:xfrm>
            <a:custGeom>
              <a:avLst/>
              <a:gdLst/>
              <a:ahLst/>
              <a:cxnLst/>
              <a:rect r="r" b="b" t="t" l="l"/>
              <a:pathLst>
                <a:path h="2156364" w="1737714">
                  <a:moveTo>
                    <a:pt x="4250" y="926401"/>
                  </a:moveTo>
                  <a:cubicBezTo>
                    <a:pt x="50351" y="1387792"/>
                    <a:pt x="758630" y="2201989"/>
                    <a:pt x="1233737" y="2154364"/>
                  </a:cubicBezTo>
                  <a:cubicBezTo>
                    <a:pt x="1708844" y="2106739"/>
                    <a:pt x="1771201" y="1214564"/>
                    <a:pt x="1725100" y="753300"/>
                  </a:cubicBezTo>
                  <a:cubicBezTo>
                    <a:pt x="1678999" y="292036"/>
                    <a:pt x="1255581" y="-43117"/>
                    <a:pt x="780474" y="4508"/>
                  </a:cubicBezTo>
                  <a:cubicBezTo>
                    <a:pt x="305367" y="52133"/>
                    <a:pt x="-42740" y="465137"/>
                    <a:pt x="4250" y="926401"/>
                  </a:cubicBezTo>
                  <a:close/>
                </a:path>
              </a:pathLst>
            </a:custGeom>
            <a:solidFill>
              <a:srgbClr val="E4625C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640646" y="5451379"/>
            <a:ext cx="1931380" cy="1314187"/>
            <a:chOff x="0" y="0"/>
            <a:chExt cx="2575173" cy="17522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12652" y="12770"/>
              <a:ext cx="2570551" cy="1747614"/>
            </a:xfrm>
            <a:custGeom>
              <a:avLst/>
              <a:gdLst/>
              <a:ahLst/>
              <a:cxnLst/>
              <a:rect r="r" b="b" t="t" l="l"/>
              <a:pathLst>
                <a:path h="1747614" w="2570551">
                  <a:moveTo>
                    <a:pt x="32179" y="1404296"/>
                  </a:moveTo>
                  <a:cubicBezTo>
                    <a:pt x="171371" y="1704524"/>
                    <a:pt x="803577" y="1803330"/>
                    <a:pt x="1325547" y="1718367"/>
                  </a:cubicBezTo>
                  <a:cubicBezTo>
                    <a:pt x="1847644" y="1633404"/>
                    <a:pt x="2674033" y="1245673"/>
                    <a:pt x="2559860" y="545649"/>
                  </a:cubicBezTo>
                  <a:cubicBezTo>
                    <a:pt x="2515410" y="272853"/>
                    <a:pt x="2226358" y="-216097"/>
                    <a:pt x="1148382" y="106102"/>
                  </a:cubicBezTo>
                  <a:cubicBezTo>
                    <a:pt x="550085" y="284918"/>
                    <a:pt x="-160480" y="989768"/>
                    <a:pt x="32179" y="1404296"/>
                  </a:cubicBezTo>
                  <a:close/>
                </a:path>
              </a:pathLst>
            </a:custGeom>
            <a:solidFill>
              <a:srgbClr val="8DB1C4">
                <a:alpha val="63922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488885" y="5354252"/>
            <a:ext cx="1902884" cy="1309482"/>
            <a:chOff x="0" y="0"/>
            <a:chExt cx="2537178" cy="17459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12700" y="12681"/>
              <a:ext cx="2532507" cy="1741316"/>
            </a:xfrm>
            <a:custGeom>
              <a:avLst/>
              <a:gdLst/>
              <a:ahLst/>
              <a:cxnLst/>
              <a:rect r="r" b="b" t="t" l="l"/>
              <a:pathLst>
                <a:path h="1741316" w="2532507">
                  <a:moveTo>
                    <a:pt x="0" y="649497"/>
                  </a:moveTo>
                  <a:cubicBezTo>
                    <a:pt x="0" y="1171594"/>
                    <a:pt x="939800" y="1741316"/>
                    <a:pt x="1457706" y="1741316"/>
                  </a:cubicBezTo>
                  <a:cubicBezTo>
                    <a:pt x="1975612" y="1741316"/>
                    <a:pt x="2532507" y="1171467"/>
                    <a:pt x="2532507" y="649497"/>
                  </a:cubicBezTo>
                  <a:cubicBezTo>
                    <a:pt x="2532507" y="127527"/>
                    <a:pt x="2313940" y="-226295"/>
                    <a:pt x="1548257" y="169564"/>
                  </a:cubicBezTo>
                  <a:cubicBezTo>
                    <a:pt x="1088644" y="408324"/>
                    <a:pt x="0" y="127400"/>
                    <a:pt x="0" y="649497"/>
                  </a:cubicBezTo>
                  <a:close/>
                </a:path>
              </a:pathLst>
            </a:custGeom>
            <a:solidFill>
              <a:srgbClr val="615474">
                <a:alpha val="63922"/>
              </a:srgbClr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114300"/>
              <a:ext cx="2537178" cy="18602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02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672619" y="5008238"/>
            <a:ext cx="360029" cy="325377"/>
            <a:chOff x="0" y="0"/>
            <a:chExt cx="480039" cy="43383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12684" y="12713"/>
              <a:ext cx="475367" cy="429261"/>
            </a:xfrm>
            <a:custGeom>
              <a:avLst/>
              <a:gdLst/>
              <a:ahLst/>
              <a:cxnLst/>
              <a:rect r="r" b="b" t="t" l="l"/>
              <a:pathLst>
                <a:path h="429261" w="475367">
                  <a:moveTo>
                    <a:pt x="32274" y="398767"/>
                  </a:moveTo>
                  <a:cubicBezTo>
                    <a:pt x="93742" y="456298"/>
                    <a:pt x="335804" y="431914"/>
                    <a:pt x="432070" y="329933"/>
                  </a:cubicBezTo>
                  <a:cubicBezTo>
                    <a:pt x="528336" y="227190"/>
                    <a:pt x="442611" y="85458"/>
                    <a:pt x="381905" y="27292"/>
                  </a:cubicBezTo>
                  <a:cubicBezTo>
                    <a:pt x="320437" y="-30239"/>
                    <a:pt x="192548" y="6210"/>
                    <a:pt x="96155" y="108191"/>
                  </a:cubicBezTo>
                  <a:cubicBezTo>
                    <a:pt x="-111" y="210934"/>
                    <a:pt x="-29194" y="341236"/>
                    <a:pt x="32274" y="398767"/>
                  </a:cubicBezTo>
                  <a:close/>
                </a:path>
              </a:pathLst>
            </a:custGeom>
            <a:solidFill>
              <a:srgbClr val="F9BE75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367477" y="6119126"/>
            <a:ext cx="241094" cy="245573"/>
            <a:chOff x="0" y="0"/>
            <a:chExt cx="321459" cy="32743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12671" y="12707"/>
              <a:ext cx="316916" cy="322850"/>
            </a:xfrm>
            <a:custGeom>
              <a:avLst/>
              <a:gdLst/>
              <a:ahLst/>
              <a:cxnLst/>
              <a:rect r="r" b="b" t="t" l="l"/>
              <a:pathLst>
                <a:path h="322850" w="316916">
                  <a:moveTo>
                    <a:pt x="308258" y="274821"/>
                  </a:moveTo>
                  <a:cubicBezTo>
                    <a:pt x="338230" y="219830"/>
                    <a:pt x="287176" y="56254"/>
                    <a:pt x="204626" y="11804"/>
                  </a:cubicBezTo>
                  <a:cubicBezTo>
                    <a:pt x="122076" y="-32646"/>
                    <a:pt x="39526" y="58794"/>
                    <a:pt x="9554" y="114547"/>
                  </a:cubicBezTo>
                  <a:cubicBezTo>
                    <a:pt x="-20418" y="169665"/>
                    <a:pt x="22508" y="250564"/>
                    <a:pt x="105058" y="295141"/>
                  </a:cubicBezTo>
                  <a:cubicBezTo>
                    <a:pt x="186846" y="338829"/>
                    <a:pt x="278286" y="329939"/>
                    <a:pt x="308258" y="274948"/>
                  </a:cubicBezTo>
                  <a:close/>
                </a:path>
              </a:pathLst>
            </a:custGeom>
            <a:solidFill>
              <a:srgbClr val="F9BE75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3225027" y="5257125"/>
            <a:ext cx="167504" cy="159699"/>
            <a:chOff x="0" y="0"/>
            <a:chExt cx="223338" cy="21293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12674" y="12721"/>
              <a:ext cx="218873" cy="208287"/>
            </a:xfrm>
            <a:custGeom>
              <a:avLst/>
              <a:gdLst/>
              <a:ahLst/>
              <a:cxnLst/>
              <a:rect r="r" b="b" t="t" l="l"/>
              <a:pathLst>
                <a:path h="208287" w="218873">
                  <a:moveTo>
                    <a:pt x="4598" y="27792"/>
                  </a:moveTo>
                  <a:cubicBezTo>
                    <a:pt x="-14071" y="62590"/>
                    <a:pt x="26442" y="167873"/>
                    <a:pt x="83973" y="199369"/>
                  </a:cubicBezTo>
                  <a:cubicBezTo>
                    <a:pt x="141504" y="230103"/>
                    <a:pt x="194844" y="174223"/>
                    <a:pt x="213513" y="140314"/>
                  </a:cubicBezTo>
                  <a:cubicBezTo>
                    <a:pt x="232182" y="105516"/>
                    <a:pt x="200559" y="52938"/>
                    <a:pt x="142266" y="22204"/>
                  </a:cubicBezTo>
                  <a:cubicBezTo>
                    <a:pt x="84735" y="-9419"/>
                    <a:pt x="23267" y="-7006"/>
                    <a:pt x="4598" y="27792"/>
                  </a:cubicBezTo>
                  <a:close/>
                </a:path>
              </a:pathLst>
            </a:custGeom>
            <a:solidFill>
              <a:srgbClr val="D0343C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895604" y="7439823"/>
            <a:ext cx="1306676" cy="1620660"/>
            <a:chOff x="0" y="0"/>
            <a:chExt cx="1742234" cy="21608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12641" y="12637"/>
              <a:ext cx="1737714" cy="2156364"/>
            </a:xfrm>
            <a:custGeom>
              <a:avLst/>
              <a:gdLst/>
              <a:ahLst/>
              <a:cxnLst/>
              <a:rect r="r" b="b" t="t" l="l"/>
              <a:pathLst>
                <a:path h="2156364" w="1737714">
                  <a:moveTo>
                    <a:pt x="4250" y="926401"/>
                  </a:moveTo>
                  <a:cubicBezTo>
                    <a:pt x="50351" y="1387792"/>
                    <a:pt x="758630" y="2201989"/>
                    <a:pt x="1233737" y="2154364"/>
                  </a:cubicBezTo>
                  <a:cubicBezTo>
                    <a:pt x="1708844" y="2106739"/>
                    <a:pt x="1771201" y="1214564"/>
                    <a:pt x="1725100" y="753300"/>
                  </a:cubicBezTo>
                  <a:cubicBezTo>
                    <a:pt x="1678999" y="292036"/>
                    <a:pt x="1255581" y="-43117"/>
                    <a:pt x="780474" y="4508"/>
                  </a:cubicBezTo>
                  <a:cubicBezTo>
                    <a:pt x="305367" y="52133"/>
                    <a:pt x="-42740" y="465137"/>
                    <a:pt x="4250" y="926401"/>
                  </a:cubicBezTo>
                  <a:close/>
                </a:path>
              </a:pathLst>
            </a:custGeom>
            <a:solidFill>
              <a:srgbClr val="E4625C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640646" y="7700851"/>
            <a:ext cx="1931380" cy="1314187"/>
            <a:chOff x="0" y="0"/>
            <a:chExt cx="2575173" cy="175224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12652" y="12770"/>
              <a:ext cx="2570551" cy="1747614"/>
            </a:xfrm>
            <a:custGeom>
              <a:avLst/>
              <a:gdLst/>
              <a:ahLst/>
              <a:cxnLst/>
              <a:rect r="r" b="b" t="t" l="l"/>
              <a:pathLst>
                <a:path h="1747614" w="2570551">
                  <a:moveTo>
                    <a:pt x="32179" y="1404296"/>
                  </a:moveTo>
                  <a:cubicBezTo>
                    <a:pt x="171371" y="1704524"/>
                    <a:pt x="803577" y="1803330"/>
                    <a:pt x="1325547" y="1718367"/>
                  </a:cubicBezTo>
                  <a:cubicBezTo>
                    <a:pt x="1847644" y="1633404"/>
                    <a:pt x="2674033" y="1245673"/>
                    <a:pt x="2559860" y="545649"/>
                  </a:cubicBezTo>
                  <a:cubicBezTo>
                    <a:pt x="2515410" y="272853"/>
                    <a:pt x="2226358" y="-216097"/>
                    <a:pt x="1148382" y="106102"/>
                  </a:cubicBezTo>
                  <a:cubicBezTo>
                    <a:pt x="550085" y="284918"/>
                    <a:pt x="-160480" y="989768"/>
                    <a:pt x="32179" y="1404296"/>
                  </a:cubicBezTo>
                  <a:close/>
                </a:path>
              </a:pathLst>
            </a:custGeom>
            <a:solidFill>
              <a:srgbClr val="8DB1C4">
                <a:alpha val="63922"/>
              </a:srgbClr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488885" y="7603724"/>
            <a:ext cx="1902884" cy="1309482"/>
            <a:chOff x="0" y="0"/>
            <a:chExt cx="2537178" cy="174597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2700" y="12681"/>
              <a:ext cx="2532507" cy="1741316"/>
            </a:xfrm>
            <a:custGeom>
              <a:avLst/>
              <a:gdLst/>
              <a:ahLst/>
              <a:cxnLst/>
              <a:rect r="r" b="b" t="t" l="l"/>
              <a:pathLst>
                <a:path h="1741316" w="2532507">
                  <a:moveTo>
                    <a:pt x="0" y="649497"/>
                  </a:moveTo>
                  <a:cubicBezTo>
                    <a:pt x="0" y="1171594"/>
                    <a:pt x="939800" y="1741316"/>
                    <a:pt x="1457706" y="1741316"/>
                  </a:cubicBezTo>
                  <a:cubicBezTo>
                    <a:pt x="1975612" y="1741316"/>
                    <a:pt x="2532507" y="1171467"/>
                    <a:pt x="2532507" y="649497"/>
                  </a:cubicBezTo>
                  <a:cubicBezTo>
                    <a:pt x="2532507" y="127527"/>
                    <a:pt x="2313940" y="-226295"/>
                    <a:pt x="1548257" y="169564"/>
                  </a:cubicBezTo>
                  <a:cubicBezTo>
                    <a:pt x="1088644" y="408324"/>
                    <a:pt x="0" y="127400"/>
                    <a:pt x="0" y="649497"/>
                  </a:cubicBezTo>
                  <a:close/>
                </a:path>
              </a:pathLst>
            </a:custGeom>
            <a:solidFill>
              <a:srgbClr val="615474">
                <a:alpha val="63922"/>
              </a:srgbClr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114300"/>
              <a:ext cx="2537178" cy="18602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03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2672619" y="7257710"/>
            <a:ext cx="360029" cy="325377"/>
            <a:chOff x="0" y="0"/>
            <a:chExt cx="480039" cy="433837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2684" y="12713"/>
              <a:ext cx="475367" cy="429261"/>
            </a:xfrm>
            <a:custGeom>
              <a:avLst/>
              <a:gdLst/>
              <a:ahLst/>
              <a:cxnLst/>
              <a:rect r="r" b="b" t="t" l="l"/>
              <a:pathLst>
                <a:path h="429261" w="475367">
                  <a:moveTo>
                    <a:pt x="32274" y="398767"/>
                  </a:moveTo>
                  <a:cubicBezTo>
                    <a:pt x="93742" y="456298"/>
                    <a:pt x="335804" y="431914"/>
                    <a:pt x="432070" y="329933"/>
                  </a:cubicBezTo>
                  <a:cubicBezTo>
                    <a:pt x="528336" y="227190"/>
                    <a:pt x="442611" y="85458"/>
                    <a:pt x="381905" y="27292"/>
                  </a:cubicBezTo>
                  <a:cubicBezTo>
                    <a:pt x="320437" y="-30239"/>
                    <a:pt x="192548" y="6210"/>
                    <a:pt x="96155" y="108191"/>
                  </a:cubicBezTo>
                  <a:cubicBezTo>
                    <a:pt x="-111" y="210934"/>
                    <a:pt x="-29194" y="341236"/>
                    <a:pt x="32274" y="398767"/>
                  </a:cubicBezTo>
                  <a:close/>
                </a:path>
              </a:pathLst>
            </a:custGeom>
            <a:solidFill>
              <a:srgbClr val="F9BE75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367477" y="8368598"/>
            <a:ext cx="241094" cy="245573"/>
            <a:chOff x="0" y="0"/>
            <a:chExt cx="321459" cy="32743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12671" y="12707"/>
              <a:ext cx="316916" cy="322850"/>
            </a:xfrm>
            <a:custGeom>
              <a:avLst/>
              <a:gdLst/>
              <a:ahLst/>
              <a:cxnLst/>
              <a:rect r="r" b="b" t="t" l="l"/>
              <a:pathLst>
                <a:path h="322850" w="316916">
                  <a:moveTo>
                    <a:pt x="308258" y="274821"/>
                  </a:moveTo>
                  <a:cubicBezTo>
                    <a:pt x="338230" y="219830"/>
                    <a:pt x="287176" y="56254"/>
                    <a:pt x="204626" y="11804"/>
                  </a:cubicBezTo>
                  <a:cubicBezTo>
                    <a:pt x="122076" y="-32646"/>
                    <a:pt x="39526" y="58794"/>
                    <a:pt x="9554" y="114547"/>
                  </a:cubicBezTo>
                  <a:cubicBezTo>
                    <a:pt x="-20418" y="169665"/>
                    <a:pt x="22508" y="250564"/>
                    <a:pt x="105058" y="295141"/>
                  </a:cubicBezTo>
                  <a:cubicBezTo>
                    <a:pt x="186846" y="338829"/>
                    <a:pt x="278286" y="329939"/>
                    <a:pt x="308258" y="274948"/>
                  </a:cubicBezTo>
                  <a:close/>
                </a:path>
              </a:pathLst>
            </a:custGeom>
            <a:solidFill>
              <a:srgbClr val="F9BE75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3225027" y="7506597"/>
            <a:ext cx="167504" cy="159699"/>
            <a:chOff x="0" y="0"/>
            <a:chExt cx="223338" cy="21293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674" y="12721"/>
              <a:ext cx="218873" cy="208287"/>
            </a:xfrm>
            <a:custGeom>
              <a:avLst/>
              <a:gdLst/>
              <a:ahLst/>
              <a:cxnLst/>
              <a:rect r="r" b="b" t="t" l="l"/>
              <a:pathLst>
                <a:path h="208287" w="218873">
                  <a:moveTo>
                    <a:pt x="4598" y="27792"/>
                  </a:moveTo>
                  <a:cubicBezTo>
                    <a:pt x="-14071" y="62590"/>
                    <a:pt x="26442" y="167873"/>
                    <a:pt x="83973" y="199369"/>
                  </a:cubicBezTo>
                  <a:cubicBezTo>
                    <a:pt x="141504" y="230103"/>
                    <a:pt x="194844" y="174223"/>
                    <a:pt x="213513" y="140314"/>
                  </a:cubicBezTo>
                  <a:cubicBezTo>
                    <a:pt x="232182" y="105516"/>
                    <a:pt x="200559" y="52938"/>
                    <a:pt x="142266" y="22204"/>
                  </a:cubicBezTo>
                  <a:cubicBezTo>
                    <a:pt x="84735" y="-9419"/>
                    <a:pt x="23267" y="-7006"/>
                    <a:pt x="4598" y="27792"/>
                  </a:cubicBezTo>
                  <a:close/>
                </a:path>
              </a:pathLst>
            </a:custGeom>
            <a:solidFill>
              <a:srgbClr val="D0343C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895604" y="2940880"/>
            <a:ext cx="1306676" cy="1620660"/>
            <a:chOff x="0" y="0"/>
            <a:chExt cx="1742234" cy="216088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12641" y="12637"/>
              <a:ext cx="1737714" cy="2156364"/>
            </a:xfrm>
            <a:custGeom>
              <a:avLst/>
              <a:gdLst/>
              <a:ahLst/>
              <a:cxnLst/>
              <a:rect r="r" b="b" t="t" l="l"/>
              <a:pathLst>
                <a:path h="2156364" w="1737714">
                  <a:moveTo>
                    <a:pt x="4250" y="926401"/>
                  </a:moveTo>
                  <a:cubicBezTo>
                    <a:pt x="50351" y="1387792"/>
                    <a:pt x="758630" y="2201989"/>
                    <a:pt x="1233737" y="2154364"/>
                  </a:cubicBezTo>
                  <a:cubicBezTo>
                    <a:pt x="1708844" y="2106739"/>
                    <a:pt x="1771201" y="1214564"/>
                    <a:pt x="1725100" y="753300"/>
                  </a:cubicBezTo>
                  <a:cubicBezTo>
                    <a:pt x="1678999" y="292036"/>
                    <a:pt x="1255581" y="-43117"/>
                    <a:pt x="780474" y="4508"/>
                  </a:cubicBezTo>
                  <a:cubicBezTo>
                    <a:pt x="305367" y="52133"/>
                    <a:pt x="-42740" y="465137"/>
                    <a:pt x="4250" y="926401"/>
                  </a:cubicBezTo>
                  <a:close/>
                </a:path>
              </a:pathLst>
            </a:custGeom>
            <a:solidFill>
              <a:srgbClr val="E4625C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640646" y="3201909"/>
            <a:ext cx="1931380" cy="1314187"/>
            <a:chOff x="0" y="0"/>
            <a:chExt cx="2575173" cy="1752249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12652" y="12770"/>
              <a:ext cx="2570551" cy="1747614"/>
            </a:xfrm>
            <a:custGeom>
              <a:avLst/>
              <a:gdLst/>
              <a:ahLst/>
              <a:cxnLst/>
              <a:rect r="r" b="b" t="t" l="l"/>
              <a:pathLst>
                <a:path h="1747614" w="2570551">
                  <a:moveTo>
                    <a:pt x="32179" y="1404296"/>
                  </a:moveTo>
                  <a:cubicBezTo>
                    <a:pt x="171371" y="1704524"/>
                    <a:pt x="803577" y="1803330"/>
                    <a:pt x="1325547" y="1718367"/>
                  </a:cubicBezTo>
                  <a:cubicBezTo>
                    <a:pt x="1847644" y="1633404"/>
                    <a:pt x="2674033" y="1245673"/>
                    <a:pt x="2559860" y="545649"/>
                  </a:cubicBezTo>
                  <a:cubicBezTo>
                    <a:pt x="2515410" y="272853"/>
                    <a:pt x="2226358" y="-216097"/>
                    <a:pt x="1148382" y="106102"/>
                  </a:cubicBezTo>
                  <a:cubicBezTo>
                    <a:pt x="550085" y="284918"/>
                    <a:pt x="-160480" y="989768"/>
                    <a:pt x="32179" y="1404296"/>
                  </a:cubicBezTo>
                  <a:close/>
                </a:path>
              </a:pathLst>
            </a:custGeom>
            <a:solidFill>
              <a:srgbClr val="8DB1C4">
                <a:alpha val="63922"/>
              </a:srgbClr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488885" y="3104782"/>
            <a:ext cx="1902884" cy="1309482"/>
            <a:chOff x="0" y="0"/>
            <a:chExt cx="2537178" cy="174597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2700" y="12681"/>
              <a:ext cx="2532507" cy="1741316"/>
            </a:xfrm>
            <a:custGeom>
              <a:avLst/>
              <a:gdLst/>
              <a:ahLst/>
              <a:cxnLst/>
              <a:rect r="r" b="b" t="t" l="l"/>
              <a:pathLst>
                <a:path h="1741316" w="2532507">
                  <a:moveTo>
                    <a:pt x="0" y="649497"/>
                  </a:moveTo>
                  <a:cubicBezTo>
                    <a:pt x="0" y="1171594"/>
                    <a:pt x="939800" y="1741316"/>
                    <a:pt x="1457706" y="1741316"/>
                  </a:cubicBezTo>
                  <a:cubicBezTo>
                    <a:pt x="1975612" y="1741316"/>
                    <a:pt x="2532507" y="1171467"/>
                    <a:pt x="2532507" y="649497"/>
                  </a:cubicBezTo>
                  <a:cubicBezTo>
                    <a:pt x="2532507" y="127527"/>
                    <a:pt x="2313940" y="-226295"/>
                    <a:pt x="1548257" y="169564"/>
                  </a:cubicBezTo>
                  <a:cubicBezTo>
                    <a:pt x="1088644" y="408324"/>
                    <a:pt x="0" y="127400"/>
                    <a:pt x="0" y="649497"/>
                  </a:cubicBezTo>
                  <a:close/>
                </a:path>
              </a:pathLst>
            </a:custGeom>
            <a:solidFill>
              <a:srgbClr val="615474">
                <a:alpha val="63922"/>
              </a:srgbClr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114300"/>
              <a:ext cx="2537178" cy="18602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01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2672619" y="2758767"/>
            <a:ext cx="360029" cy="325377"/>
            <a:chOff x="0" y="0"/>
            <a:chExt cx="480039" cy="433837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2684" y="12713"/>
              <a:ext cx="475367" cy="429261"/>
            </a:xfrm>
            <a:custGeom>
              <a:avLst/>
              <a:gdLst/>
              <a:ahLst/>
              <a:cxnLst/>
              <a:rect r="r" b="b" t="t" l="l"/>
              <a:pathLst>
                <a:path h="429261" w="475367">
                  <a:moveTo>
                    <a:pt x="32274" y="398767"/>
                  </a:moveTo>
                  <a:cubicBezTo>
                    <a:pt x="93742" y="456298"/>
                    <a:pt x="335804" y="431914"/>
                    <a:pt x="432070" y="329933"/>
                  </a:cubicBezTo>
                  <a:cubicBezTo>
                    <a:pt x="528336" y="227190"/>
                    <a:pt x="442611" y="85458"/>
                    <a:pt x="381905" y="27292"/>
                  </a:cubicBezTo>
                  <a:cubicBezTo>
                    <a:pt x="320437" y="-30239"/>
                    <a:pt x="192548" y="6210"/>
                    <a:pt x="96155" y="108191"/>
                  </a:cubicBezTo>
                  <a:cubicBezTo>
                    <a:pt x="-111" y="210934"/>
                    <a:pt x="-29194" y="341236"/>
                    <a:pt x="32274" y="398767"/>
                  </a:cubicBezTo>
                  <a:close/>
                </a:path>
              </a:pathLst>
            </a:custGeom>
            <a:solidFill>
              <a:srgbClr val="F9BE75"/>
            </a:solid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1367477" y="3869656"/>
            <a:ext cx="241094" cy="245573"/>
            <a:chOff x="0" y="0"/>
            <a:chExt cx="321459" cy="327431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12671" y="12707"/>
              <a:ext cx="316916" cy="322850"/>
            </a:xfrm>
            <a:custGeom>
              <a:avLst/>
              <a:gdLst/>
              <a:ahLst/>
              <a:cxnLst/>
              <a:rect r="r" b="b" t="t" l="l"/>
              <a:pathLst>
                <a:path h="322850" w="316916">
                  <a:moveTo>
                    <a:pt x="308258" y="274821"/>
                  </a:moveTo>
                  <a:cubicBezTo>
                    <a:pt x="338230" y="219830"/>
                    <a:pt x="287176" y="56254"/>
                    <a:pt x="204626" y="11804"/>
                  </a:cubicBezTo>
                  <a:cubicBezTo>
                    <a:pt x="122076" y="-32646"/>
                    <a:pt x="39526" y="58794"/>
                    <a:pt x="9554" y="114547"/>
                  </a:cubicBezTo>
                  <a:cubicBezTo>
                    <a:pt x="-20418" y="169665"/>
                    <a:pt x="22508" y="250564"/>
                    <a:pt x="105058" y="295141"/>
                  </a:cubicBezTo>
                  <a:cubicBezTo>
                    <a:pt x="186846" y="338829"/>
                    <a:pt x="278286" y="329939"/>
                    <a:pt x="308258" y="274948"/>
                  </a:cubicBezTo>
                  <a:close/>
                </a:path>
              </a:pathLst>
            </a:custGeom>
            <a:solidFill>
              <a:srgbClr val="F9BE75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3225027" y="3007655"/>
            <a:ext cx="167504" cy="159699"/>
            <a:chOff x="0" y="0"/>
            <a:chExt cx="223338" cy="212932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12674" y="12721"/>
              <a:ext cx="218873" cy="208287"/>
            </a:xfrm>
            <a:custGeom>
              <a:avLst/>
              <a:gdLst/>
              <a:ahLst/>
              <a:cxnLst/>
              <a:rect r="r" b="b" t="t" l="l"/>
              <a:pathLst>
                <a:path h="208287" w="218873">
                  <a:moveTo>
                    <a:pt x="4598" y="27792"/>
                  </a:moveTo>
                  <a:cubicBezTo>
                    <a:pt x="-14071" y="62590"/>
                    <a:pt x="26442" y="167873"/>
                    <a:pt x="83973" y="199369"/>
                  </a:cubicBezTo>
                  <a:cubicBezTo>
                    <a:pt x="141504" y="230103"/>
                    <a:pt x="194844" y="174223"/>
                    <a:pt x="213513" y="140314"/>
                  </a:cubicBezTo>
                  <a:cubicBezTo>
                    <a:pt x="232182" y="105516"/>
                    <a:pt x="200559" y="52938"/>
                    <a:pt x="142266" y="22204"/>
                  </a:cubicBezTo>
                  <a:cubicBezTo>
                    <a:pt x="84735" y="-9419"/>
                    <a:pt x="23267" y="-7006"/>
                    <a:pt x="4598" y="27792"/>
                  </a:cubicBezTo>
                  <a:close/>
                </a:path>
              </a:pathLst>
            </a:custGeom>
            <a:solidFill>
              <a:srgbClr val="D0343C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257300" y="502295"/>
            <a:ext cx="15773400" cy="1698353"/>
            <a:chOff x="0" y="0"/>
            <a:chExt cx="21031200" cy="226447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21031200" cy="2264470"/>
            </a:xfrm>
            <a:custGeom>
              <a:avLst/>
              <a:gdLst/>
              <a:ahLst/>
              <a:cxnLst/>
              <a:rect r="r" b="b" t="t" l="l"/>
              <a:pathLst>
                <a:path h="2264470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2264470"/>
                  </a:lnTo>
                  <a:lnTo>
                    <a:pt x="0" y="2264470"/>
                  </a:lnTo>
                  <a:close/>
                </a:path>
              </a:pathLst>
            </a:custGeom>
          </p:spPr>
        </p:sp>
        <p:sp>
          <p:nvSpPr>
            <p:cNvPr name="TextBox 43" id="43"/>
            <p:cNvSpPr txBox="true"/>
            <p:nvPr/>
          </p:nvSpPr>
          <p:spPr>
            <a:xfrm>
              <a:off x="0" y="-66675"/>
              <a:ext cx="21031200" cy="2331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28"/>
                </a:lnSpc>
              </a:pPr>
              <a:r>
                <a:rPr lang="en-US" sz="66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</a:t>
              </a:r>
              <a:r>
                <a:rPr lang="en-US" sz="66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he </a:t>
              </a:r>
              <a:r>
                <a:rPr lang="en-US" sz="6600" b="true">
                  <a:solidFill>
                    <a:srgbClr val="E462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2915900" y="9534525"/>
            <a:ext cx="4114800" cy="547688"/>
            <a:chOff x="0" y="0"/>
            <a:chExt cx="5486400" cy="73025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5486400" cy="730250"/>
            </a:xfrm>
            <a:custGeom>
              <a:avLst/>
              <a:gdLst/>
              <a:ahLst/>
              <a:cxnLst/>
              <a:rect r="r" b="b" t="t" l="l"/>
              <a:pathLst>
                <a:path h="73025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30250"/>
                  </a:lnTo>
                  <a:lnTo>
                    <a:pt x="0" y="730250"/>
                  </a:lnTo>
                  <a:close/>
                </a:path>
              </a:pathLst>
            </a:custGeom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5486400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48B9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4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3600601" y="3271608"/>
            <a:ext cx="13680717" cy="830997"/>
            <a:chOff x="0" y="0"/>
            <a:chExt cx="18240956" cy="110799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8240956" cy="1107996"/>
            </a:xfrm>
            <a:custGeom>
              <a:avLst/>
              <a:gdLst/>
              <a:ahLst/>
              <a:cxnLst/>
              <a:rect r="r" b="b" t="t" l="l"/>
              <a:pathLst>
                <a:path h="1107996" w="18240956">
                  <a:moveTo>
                    <a:pt x="0" y="0"/>
                  </a:moveTo>
                  <a:lnTo>
                    <a:pt x="18240956" y="0"/>
                  </a:lnTo>
                  <a:lnTo>
                    <a:pt x="18240956" y="1107996"/>
                  </a:lnTo>
                  <a:lnTo>
                    <a:pt x="0" y="1107996"/>
                  </a:lnTo>
                  <a:close/>
                </a:path>
              </a:pathLst>
            </a:custGeom>
          </p:spPr>
        </p:sp>
        <p:sp>
          <p:nvSpPr>
            <p:cNvPr name="TextBox 49" id="49"/>
            <p:cNvSpPr txBox="true"/>
            <p:nvPr/>
          </p:nvSpPr>
          <p:spPr>
            <a:xfrm>
              <a:off x="0" y="-66675"/>
              <a:ext cx="18240956" cy="1174671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b="true" sz="36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Teen manga fans/wri</a:t>
              </a:r>
              <a:r>
                <a:rPr lang="en-US" b="true" sz="36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ters wait 1 week–1 month per illustrated chapter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3600601" y="5593495"/>
            <a:ext cx="12987320" cy="830997"/>
            <a:chOff x="0" y="0"/>
            <a:chExt cx="17316426" cy="1107996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7316427" cy="1107996"/>
            </a:xfrm>
            <a:custGeom>
              <a:avLst/>
              <a:gdLst/>
              <a:ahLst/>
              <a:cxnLst/>
              <a:rect r="r" b="b" t="t" l="l"/>
              <a:pathLst>
                <a:path h="1107996" w="17316427">
                  <a:moveTo>
                    <a:pt x="0" y="0"/>
                  </a:moveTo>
                  <a:lnTo>
                    <a:pt x="17316427" y="0"/>
                  </a:lnTo>
                  <a:lnTo>
                    <a:pt x="17316427" y="1107996"/>
                  </a:lnTo>
                  <a:lnTo>
                    <a:pt x="0" y="1107996"/>
                  </a:lnTo>
                  <a:close/>
                </a:path>
              </a:pathLst>
            </a:custGeom>
          </p:spPr>
        </p:sp>
        <p:sp>
          <p:nvSpPr>
            <p:cNvPr name="TextBox 52" id="52"/>
            <p:cNvSpPr txBox="true"/>
            <p:nvPr/>
          </p:nvSpPr>
          <p:spPr>
            <a:xfrm>
              <a:off x="0" y="-66675"/>
              <a:ext cx="17316426" cy="1174671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b="true" sz="36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Manual creation 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3572026" y="7842967"/>
            <a:ext cx="14431887" cy="830997"/>
            <a:chOff x="0" y="0"/>
            <a:chExt cx="19242516" cy="1107996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9242515" cy="1107996"/>
            </a:xfrm>
            <a:custGeom>
              <a:avLst/>
              <a:gdLst/>
              <a:ahLst/>
              <a:cxnLst/>
              <a:rect r="r" b="b" t="t" l="l"/>
              <a:pathLst>
                <a:path h="1107996" w="19242515">
                  <a:moveTo>
                    <a:pt x="0" y="0"/>
                  </a:moveTo>
                  <a:lnTo>
                    <a:pt x="19242515" y="0"/>
                  </a:lnTo>
                  <a:lnTo>
                    <a:pt x="19242515" y="1107996"/>
                  </a:lnTo>
                  <a:lnTo>
                    <a:pt x="0" y="1107996"/>
                  </a:lnTo>
                  <a:close/>
                </a:path>
              </a:pathLst>
            </a:custGeom>
          </p:spPr>
        </p:sp>
        <p:sp>
          <p:nvSpPr>
            <p:cNvPr name="TextBox 55" id="55"/>
            <p:cNvSpPr txBox="true"/>
            <p:nvPr/>
          </p:nvSpPr>
          <p:spPr>
            <a:xfrm>
              <a:off x="0" y="-66675"/>
              <a:ext cx="19242516" cy="1174671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b="true" sz="36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DIY</a:t>
              </a:r>
              <a:r>
                <a:rPr lang="en-US" b="true" sz="36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AI tools lack fixed style and long‑range character/story consistency.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4035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83140" y="-12633"/>
            <a:ext cx="1815837" cy="2102811"/>
            <a:chOff x="0" y="0"/>
            <a:chExt cx="2421116" cy="280374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708" y="12700"/>
              <a:ext cx="2395695" cy="2778353"/>
            </a:xfrm>
            <a:custGeom>
              <a:avLst/>
              <a:gdLst/>
              <a:ahLst/>
              <a:cxnLst/>
              <a:rect r="r" b="b" t="t" l="l"/>
              <a:pathLst>
                <a:path h="2778353" w="2395695">
                  <a:moveTo>
                    <a:pt x="545584" y="0"/>
                  </a:moveTo>
                  <a:lnTo>
                    <a:pt x="1849366" y="0"/>
                  </a:lnTo>
                  <a:lnTo>
                    <a:pt x="1948934" y="64516"/>
                  </a:lnTo>
                  <a:cubicBezTo>
                    <a:pt x="2184646" y="251333"/>
                    <a:pt x="2346571" y="525780"/>
                    <a:pt x="2378321" y="843788"/>
                  </a:cubicBezTo>
                  <a:cubicBezTo>
                    <a:pt x="2441821" y="1479804"/>
                    <a:pt x="2355969" y="2709672"/>
                    <a:pt x="1700903" y="2775585"/>
                  </a:cubicBezTo>
                  <a:cubicBezTo>
                    <a:pt x="1045837" y="2841371"/>
                    <a:pt x="69461" y="1718818"/>
                    <a:pt x="5834" y="1082548"/>
                  </a:cubicBezTo>
                  <a:cubicBezTo>
                    <a:pt x="-34552" y="685038"/>
                    <a:pt x="137660" y="313690"/>
                    <a:pt x="432427" y="74930"/>
                  </a:cubicBezTo>
                  <a:close/>
                </a:path>
              </a:pathLst>
            </a:custGeom>
            <a:solidFill>
              <a:srgbClr val="E4625C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31665" y="201276"/>
            <a:ext cx="2677161" cy="1826213"/>
            <a:chOff x="0" y="0"/>
            <a:chExt cx="3569548" cy="24349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12677" y="12688"/>
              <a:ext cx="3544084" cy="2409574"/>
            </a:xfrm>
            <a:custGeom>
              <a:avLst/>
              <a:gdLst/>
              <a:ahLst/>
              <a:cxnLst/>
              <a:rect r="r" b="b" t="t" l="l"/>
              <a:pathLst>
                <a:path h="2409574" w="3544084">
                  <a:moveTo>
                    <a:pt x="44346" y="1936254"/>
                  </a:moveTo>
                  <a:cubicBezTo>
                    <a:pt x="236370" y="2350274"/>
                    <a:pt x="1107844" y="2486418"/>
                    <a:pt x="1827553" y="2369197"/>
                  </a:cubicBezTo>
                  <a:cubicBezTo>
                    <a:pt x="2547516" y="2251976"/>
                    <a:pt x="3686706" y="1717433"/>
                    <a:pt x="3529353" y="752233"/>
                  </a:cubicBezTo>
                  <a:cubicBezTo>
                    <a:pt x="3468012" y="376059"/>
                    <a:pt x="3069613" y="-297930"/>
                    <a:pt x="1583332" y="146316"/>
                  </a:cubicBezTo>
                  <a:cubicBezTo>
                    <a:pt x="758467" y="392950"/>
                    <a:pt x="-221211" y="1364881"/>
                    <a:pt x="44346" y="1936254"/>
                  </a:cubicBezTo>
                  <a:close/>
                </a:path>
              </a:pathLst>
            </a:custGeom>
            <a:solidFill>
              <a:srgbClr val="8DB1C4">
                <a:alpha val="63922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722427" y="67364"/>
            <a:ext cx="2637871" cy="1819726"/>
            <a:chOff x="0" y="0"/>
            <a:chExt cx="3517162" cy="242630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12700" y="12612"/>
              <a:ext cx="3491738" cy="2401023"/>
            </a:xfrm>
            <a:custGeom>
              <a:avLst/>
              <a:gdLst/>
              <a:ahLst/>
              <a:cxnLst/>
              <a:rect r="r" b="b" t="t" l="l"/>
              <a:pathLst>
                <a:path h="2401023" w="3491738">
                  <a:moveTo>
                    <a:pt x="0" y="895565"/>
                  </a:moveTo>
                  <a:cubicBezTo>
                    <a:pt x="0" y="1615401"/>
                    <a:pt x="1295654" y="2401023"/>
                    <a:pt x="2009902" y="2401023"/>
                  </a:cubicBezTo>
                  <a:cubicBezTo>
                    <a:pt x="2724150" y="2401023"/>
                    <a:pt x="3491738" y="1615401"/>
                    <a:pt x="3491738" y="895565"/>
                  </a:cubicBezTo>
                  <a:cubicBezTo>
                    <a:pt x="3491738" y="175729"/>
                    <a:pt x="3190494" y="-311951"/>
                    <a:pt x="2134870" y="233768"/>
                  </a:cubicBezTo>
                  <a:cubicBezTo>
                    <a:pt x="1501013" y="562952"/>
                    <a:pt x="0" y="175856"/>
                    <a:pt x="0" y="895565"/>
                  </a:cubicBezTo>
                  <a:close/>
                </a:path>
              </a:pathLst>
            </a:custGeom>
            <a:solidFill>
              <a:srgbClr val="F9BE75">
                <a:alpha val="63922"/>
              </a:srgbClr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325036" y="2094016"/>
            <a:ext cx="346702" cy="352880"/>
            <a:chOff x="0" y="0"/>
            <a:chExt cx="462270" cy="47050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12761" y="12614"/>
              <a:ext cx="436799" cy="445183"/>
            </a:xfrm>
            <a:custGeom>
              <a:avLst/>
              <a:gdLst/>
              <a:ahLst/>
              <a:cxnLst/>
              <a:rect r="r" b="b" t="t" l="l"/>
              <a:pathLst>
                <a:path h="445183" w="436799">
                  <a:moveTo>
                    <a:pt x="424881" y="379054"/>
                  </a:moveTo>
                  <a:cubicBezTo>
                    <a:pt x="466156" y="303108"/>
                    <a:pt x="395798" y="77810"/>
                    <a:pt x="282006" y="16342"/>
                  </a:cubicBezTo>
                  <a:cubicBezTo>
                    <a:pt x="168214" y="-45126"/>
                    <a:pt x="54422" y="81112"/>
                    <a:pt x="13147" y="158201"/>
                  </a:cubicBezTo>
                  <a:cubicBezTo>
                    <a:pt x="-28128" y="234147"/>
                    <a:pt x="31054" y="345653"/>
                    <a:pt x="144846" y="406994"/>
                  </a:cubicBezTo>
                  <a:cubicBezTo>
                    <a:pt x="257495" y="467192"/>
                    <a:pt x="383606" y="455000"/>
                    <a:pt x="424881" y="379054"/>
                  </a:cubicBezTo>
                  <a:close/>
                </a:path>
              </a:pathLst>
            </a:custGeom>
            <a:solidFill>
              <a:srgbClr val="615474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3412560" y="201276"/>
            <a:ext cx="245241" cy="234480"/>
            <a:chOff x="0" y="0"/>
            <a:chExt cx="326988" cy="3126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12739" y="12718"/>
              <a:ext cx="301573" cy="287262"/>
            </a:xfrm>
            <a:custGeom>
              <a:avLst/>
              <a:gdLst/>
              <a:ahLst/>
              <a:cxnLst/>
              <a:rect r="r" b="b" t="t" l="l"/>
              <a:pathLst>
                <a:path h="287262" w="301573">
                  <a:moveTo>
                    <a:pt x="6311" y="38336"/>
                  </a:moveTo>
                  <a:cubicBezTo>
                    <a:pt x="-19343" y="86342"/>
                    <a:pt x="36410" y="231376"/>
                    <a:pt x="115658" y="274937"/>
                  </a:cubicBezTo>
                  <a:cubicBezTo>
                    <a:pt x="194906" y="317355"/>
                    <a:pt x="268566" y="240393"/>
                    <a:pt x="294220" y="193530"/>
                  </a:cubicBezTo>
                  <a:cubicBezTo>
                    <a:pt x="319874" y="145524"/>
                    <a:pt x="276313" y="73007"/>
                    <a:pt x="196049" y="30589"/>
                  </a:cubicBezTo>
                  <a:cubicBezTo>
                    <a:pt x="116801" y="-12972"/>
                    <a:pt x="31965" y="-9670"/>
                    <a:pt x="6311" y="38336"/>
                  </a:cubicBezTo>
                  <a:close/>
                </a:path>
              </a:pathLst>
            </a:custGeom>
            <a:solidFill>
              <a:srgbClr val="D0343C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4387905" y="204788"/>
            <a:ext cx="12642794" cy="2235709"/>
            <a:chOff x="0" y="0"/>
            <a:chExt cx="16857058" cy="298094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6857058" cy="2980946"/>
            </a:xfrm>
            <a:custGeom>
              <a:avLst/>
              <a:gdLst/>
              <a:ahLst/>
              <a:cxnLst/>
              <a:rect r="r" b="b" t="t" l="l"/>
              <a:pathLst>
                <a:path h="2980946" w="16857058">
                  <a:moveTo>
                    <a:pt x="0" y="0"/>
                  </a:moveTo>
                  <a:lnTo>
                    <a:pt x="16857058" y="0"/>
                  </a:lnTo>
                  <a:lnTo>
                    <a:pt x="16857058" y="2980946"/>
                  </a:lnTo>
                  <a:lnTo>
                    <a:pt x="0" y="2980946"/>
                  </a:lnTo>
                  <a:close/>
                </a:path>
              </a:pathLst>
            </a:custGeom>
          </p:spPr>
        </p:sp>
        <p:sp>
          <p:nvSpPr>
            <p:cNvPr name="TextBox 14" id="14"/>
            <p:cNvSpPr txBox="true"/>
            <p:nvPr/>
          </p:nvSpPr>
          <p:spPr>
            <a:xfrm>
              <a:off x="0" y="-66675"/>
              <a:ext cx="16857058" cy="3047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28"/>
                </a:lnSpc>
              </a:pPr>
              <a:r>
                <a:rPr lang="en-US" sz="6600" b="true">
                  <a:solidFill>
                    <a:srgbClr val="DFDBE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Product Features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257300" y="3091272"/>
            <a:ext cx="15773400" cy="6174172"/>
            <a:chOff x="0" y="0"/>
            <a:chExt cx="21031200" cy="823223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031200" cy="8232230"/>
            </a:xfrm>
            <a:custGeom>
              <a:avLst/>
              <a:gdLst/>
              <a:ahLst/>
              <a:cxnLst/>
              <a:rect r="r" b="b" t="t" l="l"/>
              <a:pathLst>
                <a:path h="8232230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8232230"/>
                  </a:lnTo>
                  <a:lnTo>
                    <a:pt x="0" y="8232230"/>
                  </a:lnTo>
                  <a:close/>
                </a:path>
              </a:pathLst>
            </a:custGeom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21031200" cy="8289380"/>
            </a:xfrm>
            <a:prstGeom prst="rect">
              <a:avLst/>
            </a:prstGeom>
          </p:spPr>
          <p:txBody>
            <a:bodyPr anchor="t" rtlCol="false" tIns="0" lIns="0" bIns="0" rIns="0"/>
            <a:lstStyle/>
            <a:p>
              <a:pPr algn="l" marL="977265" indent="-488632" lvl="1">
                <a:lnSpc>
                  <a:spcPts val="5832"/>
                </a:lnSpc>
                <a:buFont typeface="Arial"/>
                <a:buChar char="•"/>
              </a:pP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Styl</a:t>
              </a: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 packs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with consistent look; </a:t>
              </a: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multi‑chapter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character continuity.</a:t>
              </a:r>
            </a:p>
            <a:p>
              <a:pPr algn="l" marL="977265" indent="-488632" lvl="1">
                <a:lnSpc>
                  <a:spcPts val="5832"/>
                </a:lnSpc>
                <a:buFont typeface="Arial"/>
                <a:buChar char="•"/>
              </a:pP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Upload </a:t>
              </a: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your images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with text to </a:t>
              </a: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align style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or inject characters—make the </a:t>
              </a: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hero look like you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.</a:t>
              </a:r>
            </a:p>
            <a:p>
              <a:pPr algn="l" marL="977265" indent="-488632" lvl="1">
                <a:lnSpc>
                  <a:spcPts val="5832"/>
                </a:lnSpc>
                <a:buFont typeface="Arial"/>
                <a:buChar char="•"/>
              </a:pP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Panel layout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engine, speech bubbles, chapter structuring, </a:t>
              </a: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export formats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317830" y="211934"/>
            <a:ext cx="1744569" cy="1691208"/>
            <a:chOff x="0" y="0"/>
            <a:chExt cx="2326092" cy="225494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326092" cy="2254944"/>
            </a:xfrm>
            <a:custGeom>
              <a:avLst/>
              <a:gdLst/>
              <a:ahLst/>
              <a:cxnLst/>
              <a:rect r="r" b="b" t="t" l="l"/>
              <a:pathLst>
                <a:path h="2254944" w="2326092">
                  <a:moveTo>
                    <a:pt x="0" y="0"/>
                  </a:moveTo>
                  <a:lnTo>
                    <a:pt x="2326092" y="0"/>
                  </a:lnTo>
                  <a:lnTo>
                    <a:pt x="2326092" y="2254944"/>
                  </a:lnTo>
                  <a:lnTo>
                    <a:pt x="0" y="2254944"/>
                  </a:lnTo>
                  <a:close/>
                </a:path>
              </a:pathLst>
            </a:custGeom>
          </p:spPr>
        </p:sp>
        <p:sp>
          <p:nvSpPr>
            <p:cNvPr name="TextBox 20" id="20"/>
            <p:cNvSpPr txBox="true"/>
            <p:nvPr/>
          </p:nvSpPr>
          <p:spPr>
            <a:xfrm>
              <a:off x="0" y="-76200"/>
              <a:ext cx="2326092" cy="23311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8748"/>
                </a:lnSpc>
              </a:pPr>
              <a:r>
                <a:rPr lang="en-US" sz="8100" b="true">
                  <a:solidFill>
                    <a:srgbClr val="40355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04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4035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83140" y="-12633"/>
            <a:ext cx="1815837" cy="2102811"/>
            <a:chOff x="0" y="0"/>
            <a:chExt cx="2421116" cy="280374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708" y="12700"/>
              <a:ext cx="2395695" cy="2778353"/>
            </a:xfrm>
            <a:custGeom>
              <a:avLst/>
              <a:gdLst/>
              <a:ahLst/>
              <a:cxnLst/>
              <a:rect r="r" b="b" t="t" l="l"/>
              <a:pathLst>
                <a:path h="2778353" w="2395695">
                  <a:moveTo>
                    <a:pt x="545584" y="0"/>
                  </a:moveTo>
                  <a:lnTo>
                    <a:pt x="1849366" y="0"/>
                  </a:lnTo>
                  <a:lnTo>
                    <a:pt x="1948934" y="64516"/>
                  </a:lnTo>
                  <a:cubicBezTo>
                    <a:pt x="2184646" y="251333"/>
                    <a:pt x="2346571" y="525780"/>
                    <a:pt x="2378321" y="843788"/>
                  </a:cubicBezTo>
                  <a:cubicBezTo>
                    <a:pt x="2441821" y="1479804"/>
                    <a:pt x="2355969" y="2709672"/>
                    <a:pt x="1700903" y="2775585"/>
                  </a:cubicBezTo>
                  <a:cubicBezTo>
                    <a:pt x="1045837" y="2841371"/>
                    <a:pt x="69461" y="1718818"/>
                    <a:pt x="5834" y="1082548"/>
                  </a:cubicBezTo>
                  <a:cubicBezTo>
                    <a:pt x="-34552" y="685038"/>
                    <a:pt x="137660" y="313690"/>
                    <a:pt x="432427" y="74930"/>
                  </a:cubicBezTo>
                  <a:close/>
                </a:path>
              </a:pathLst>
            </a:custGeom>
            <a:solidFill>
              <a:srgbClr val="E4625C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31665" y="201276"/>
            <a:ext cx="2677161" cy="1826213"/>
            <a:chOff x="0" y="0"/>
            <a:chExt cx="3569548" cy="24349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12677" y="12688"/>
              <a:ext cx="3544084" cy="2409574"/>
            </a:xfrm>
            <a:custGeom>
              <a:avLst/>
              <a:gdLst/>
              <a:ahLst/>
              <a:cxnLst/>
              <a:rect r="r" b="b" t="t" l="l"/>
              <a:pathLst>
                <a:path h="2409574" w="3544084">
                  <a:moveTo>
                    <a:pt x="44346" y="1936254"/>
                  </a:moveTo>
                  <a:cubicBezTo>
                    <a:pt x="236370" y="2350274"/>
                    <a:pt x="1107844" y="2486418"/>
                    <a:pt x="1827553" y="2369197"/>
                  </a:cubicBezTo>
                  <a:cubicBezTo>
                    <a:pt x="2547516" y="2251976"/>
                    <a:pt x="3686706" y="1717433"/>
                    <a:pt x="3529353" y="752233"/>
                  </a:cubicBezTo>
                  <a:cubicBezTo>
                    <a:pt x="3468012" y="376059"/>
                    <a:pt x="3069613" y="-297930"/>
                    <a:pt x="1583332" y="146316"/>
                  </a:cubicBezTo>
                  <a:cubicBezTo>
                    <a:pt x="758467" y="392950"/>
                    <a:pt x="-221211" y="1364881"/>
                    <a:pt x="44346" y="1936254"/>
                  </a:cubicBezTo>
                  <a:close/>
                </a:path>
              </a:pathLst>
            </a:custGeom>
            <a:solidFill>
              <a:srgbClr val="8DB1C4">
                <a:alpha val="63922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722427" y="67364"/>
            <a:ext cx="2637871" cy="1819726"/>
            <a:chOff x="0" y="0"/>
            <a:chExt cx="3517162" cy="242630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12700" y="12612"/>
              <a:ext cx="3491738" cy="2401023"/>
            </a:xfrm>
            <a:custGeom>
              <a:avLst/>
              <a:gdLst/>
              <a:ahLst/>
              <a:cxnLst/>
              <a:rect r="r" b="b" t="t" l="l"/>
              <a:pathLst>
                <a:path h="2401023" w="3491738">
                  <a:moveTo>
                    <a:pt x="0" y="895565"/>
                  </a:moveTo>
                  <a:cubicBezTo>
                    <a:pt x="0" y="1615401"/>
                    <a:pt x="1295654" y="2401023"/>
                    <a:pt x="2009902" y="2401023"/>
                  </a:cubicBezTo>
                  <a:cubicBezTo>
                    <a:pt x="2724150" y="2401023"/>
                    <a:pt x="3491738" y="1615401"/>
                    <a:pt x="3491738" y="895565"/>
                  </a:cubicBezTo>
                  <a:cubicBezTo>
                    <a:pt x="3491738" y="175729"/>
                    <a:pt x="3190494" y="-311951"/>
                    <a:pt x="2134870" y="233768"/>
                  </a:cubicBezTo>
                  <a:cubicBezTo>
                    <a:pt x="1501013" y="562952"/>
                    <a:pt x="0" y="175856"/>
                    <a:pt x="0" y="895565"/>
                  </a:cubicBezTo>
                  <a:close/>
                </a:path>
              </a:pathLst>
            </a:custGeom>
            <a:solidFill>
              <a:srgbClr val="F9BE75">
                <a:alpha val="63922"/>
              </a:srgbClr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325036" y="2094016"/>
            <a:ext cx="346702" cy="352880"/>
            <a:chOff x="0" y="0"/>
            <a:chExt cx="462270" cy="47050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12761" y="12614"/>
              <a:ext cx="436799" cy="445183"/>
            </a:xfrm>
            <a:custGeom>
              <a:avLst/>
              <a:gdLst/>
              <a:ahLst/>
              <a:cxnLst/>
              <a:rect r="r" b="b" t="t" l="l"/>
              <a:pathLst>
                <a:path h="445183" w="436799">
                  <a:moveTo>
                    <a:pt x="424881" y="379054"/>
                  </a:moveTo>
                  <a:cubicBezTo>
                    <a:pt x="466156" y="303108"/>
                    <a:pt x="395798" y="77810"/>
                    <a:pt x="282006" y="16342"/>
                  </a:cubicBezTo>
                  <a:cubicBezTo>
                    <a:pt x="168214" y="-45126"/>
                    <a:pt x="54422" y="81112"/>
                    <a:pt x="13147" y="158201"/>
                  </a:cubicBezTo>
                  <a:cubicBezTo>
                    <a:pt x="-28128" y="234147"/>
                    <a:pt x="31054" y="345653"/>
                    <a:pt x="144846" y="406994"/>
                  </a:cubicBezTo>
                  <a:cubicBezTo>
                    <a:pt x="257495" y="467192"/>
                    <a:pt x="383606" y="455000"/>
                    <a:pt x="424881" y="379054"/>
                  </a:cubicBezTo>
                  <a:close/>
                </a:path>
              </a:pathLst>
            </a:custGeom>
            <a:solidFill>
              <a:srgbClr val="615474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3412560" y="201276"/>
            <a:ext cx="245241" cy="234480"/>
            <a:chOff x="0" y="0"/>
            <a:chExt cx="326988" cy="3126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12739" y="12718"/>
              <a:ext cx="301573" cy="287262"/>
            </a:xfrm>
            <a:custGeom>
              <a:avLst/>
              <a:gdLst/>
              <a:ahLst/>
              <a:cxnLst/>
              <a:rect r="r" b="b" t="t" l="l"/>
              <a:pathLst>
                <a:path h="287262" w="301573">
                  <a:moveTo>
                    <a:pt x="6311" y="38336"/>
                  </a:moveTo>
                  <a:cubicBezTo>
                    <a:pt x="-19343" y="86342"/>
                    <a:pt x="36410" y="231376"/>
                    <a:pt x="115658" y="274937"/>
                  </a:cubicBezTo>
                  <a:cubicBezTo>
                    <a:pt x="194906" y="317355"/>
                    <a:pt x="268566" y="240393"/>
                    <a:pt x="294220" y="193530"/>
                  </a:cubicBezTo>
                  <a:cubicBezTo>
                    <a:pt x="319874" y="145524"/>
                    <a:pt x="276313" y="73007"/>
                    <a:pt x="196049" y="30589"/>
                  </a:cubicBezTo>
                  <a:cubicBezTo>
                    <a:pt x="116801" y="-12972"/>
                    <a:pt x="31965" y="-9670"/>
                    <a:pt x="6311" y="38336"/>
                  </a:cubicBezTo>
                  <a:close/>
                </a:path>
              </a:pathLst>
            </a:custGeom>
            <a:solidFill>
              <a:srgbClr val="D0343C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4387905" y="204788"/>
            <a:ext cx="12642794" cy="1698353"/>
            <a:chOff x="0" y="0"/>
            <a:chExt cx="16857058" cy="226447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6857058" cy="2264470"/>
            </a:xfrm>
            <a:custGeom>
              <a:avLst/>
              <a:gdLst/>
              <a:ahLst/>
              <a:cxnLst/>
              <a:rect r="r" b="b" t="t" l="l"/>
              <a:pathLst>
                <a:path h="2264470" w="16857058">
                  <a:moveTo>
                    <a:pt x="0" y="0"/>
                  </a:moveTo>
                  <a:lnTo>
                    <a:pt x="16857058" y="0"/>
                  </a:lnTo>
                  <a:lnTo>
                    <a:pt x="16857058" y="2264470"/>
                  </a:lnTo>
                  <a:lnTo>
                    <a:pt x="0" y="2264470"/>
                  </a:lnTo>
                  <a:close/>
                </a:path>
              </a:pathLst>
            </a:custGeom>
          </p:spPr>
        </p:sp>
        <p:sp>
          <p:nvSpPr>
            <p:cNvPr name="TextBox 14" id="14"/>
            <p:cNvSpPr txBox="true"/>
            <p:nvPr/>
          </p:nvSpPr>
          <p:spPr>
            <a:xfrm>
              <a:off x="0" y="-66675"/>
              <a:ext cx="16857058" cy="2331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28"/>
                </a:lnSpc>
              </a:pPr>
              <a:r>
                <a:rPr lang="en-US" sz="6600" b="true">
                  <a:solidFill>
                    <a:srgbClr val="DFDBE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Innovation: Why We Win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257300" y="3091272"/>
            <a:ext cx="15773400" cy="6174172"/>
            <a:chOff x="0" y="0"/>
            <a:chExt cx="21031200" cy="823223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031200" cy="8232230"/>
            </a:xfrm>
            <a:custGeom>
              <a:avLst/>
              <a:gdLst/>
              <a:ahLst/>
              <a:cxnLst/>
              <a:rect r="r" b="b" t="t" l="l"/>
              <a:pathLst>
                <a:path h="8232230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8232230"/>
                  </a:lnTo>
                  <a:lnTo>
                    <a:pt x="0" y="8232230"/>
                  </a:lnTo>
                  <a:close/>
                </a:path>
              </a:pathLst>
            </a:custGeom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21031200" cy="8289380"/>
            </a:xfrm>
            <a:prstGeom prst="rect">
              <a:avLst/>
            </a:prstGeom>
          </p:spPr>
          <p:txBody>
            <a:bodyPr anchor="t" rtlCol="false" tIns="0" lIns="0" bIns="0" rIns="0"/>
            <a:lstStyle/>
            <a:p>
              <a:pPr algn="l" marL="977265" indent="-488632" lvl="1">
                <a:lnSpc>
                  <a:spcPts val="5832"/>
                </a:lnSpc>
                <a:buFont typeface="Arial"/>
                <a:buChar char="•"/>
              </a:pP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Long‑range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character and </a:t>
              </a: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plot consistency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across chapters and runs.</a:t>
              </a:r>
            </a:p>
            <a:p>
              <a:pPr algn="l" marL="977265" indent="-488632" lvl="1">
                <a:lnSpc>
                  <a:spcPts val="5832"/>
                </a:lnSpc>
                <a:buFont typeface="Arial"/>
                <a:buChar char="•"/>
              </a:pP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Fixed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, </a:t>
              </a: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reusable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style packs and </a:t>
              </a: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story‑structure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control.</a:t>
              </a:r>
            </a:p>
            <a:p>
              <a:pPr algn="l" marL="977265" indent="-488632" lvl="1">
                <a:lnSpc>
                  <a:spcPts val="5832"/>
                </a:lnSpc>
                <a:buFont typeface="Arial"/>
                <a:buChar char="•"/>
              </a:pP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Cost/time: ~5 </a:t>
              </a: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minutes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vs </a:t>
              </a: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weeks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; </a:t>
              </a:r>
            </a:p>
            <a:p>
              <a:pPr algn="l">
                <a:lnSpc>
                  <a:spcPts val="5832"/>
                </a:lnSpc>
              </a:pP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~</a:t>
              </a: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$4/20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pages now → ~</a:t>
              </a:r>
              <a:r>
                <a:rPr lang="en-US" sz="5400">
                  <a:solidFill>
                    <a:srgbClr val="F9BE7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$0.04/20</a:t>
              </a:r>
              <a:r>
                <a:rPr lang="en-US" sz="5400">
                  <a:solidFill>
                    <a:srgbClr val="DFDBE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pages with local GPUs.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325036" y="211934"/>
            <a:ext cx="1744569" cy="1691208"/>
            <a:chOff x="0" y="0"/>
            <a:chExt cx="2326092" cy="225494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326092" cy="2254944"/>
            </a:xfrm>
            <a:custGeom>
              <a:avLst/>
              <a:gdLst/>
              <a:ahLst/>
              <a:cxnLst/>
              <a:rect r="r" b="b" t="t" l="l"/>
              <a:pathLst>
                <a:path h="2254944" w="2326092">
                  <a:moveTo>
                    <a:pt x="0" y="0"/>
                  </a:moveTo>
                  <a:lnTo>
                    <a:pt x="2326092" y="0"/>
                  </a:lnTo>
                  <a:lnTo>
                    <a:pt x="2326092" y="2254944"/>
                  </a:lnTo>
                  <a:lnTo>
                    <a:pt x="0" y="2254944"/>
                  </a:lnTo>
                  <a:close/>
                </a:path>
              </a:pathLst>
            </a:custGeom>
          </p:spPr>
        </p:sp>
        <p:sp>
          <p:nvSpPr>
            <p:cNvPr name="TextBox 20" id="20"/>
            <p:cNvSpPr txBox="true"/>
            <p:nvPr/>
          </p:nvSpPr>
          <p:spPr>
            <a:xfrm>
              <a:off x="0" y="-76200"/>
              <a:ext cx="2326092" cy="23311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8748"/>
                </a:lnSpc>
              </a:pPr>
              <a:r>
                <a:rPr lang="en-US" sz="8100" b="true">
                  <a:solidFill>
                    <a:srgbClr val="40355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05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49639" y="770973"/>
            <a:ext cx="17030700" cy="1698353"/>
            <a:chOff x="0" y="0"/>
            <a:chExt cx="22707600" cy="226447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707600" cy="2264470"/>
            </a:xfrm>
            <a:custGeom>
              <a:avLst/>
              <a:gdLst/>
              <a:ahLst/>
              <a:cxnLst/>
              <a:rect r="r" b="b" t="t" l="l"/>
              <a:pathLst>
                <a:path h="2264470" w="22707600">
                  <a:moveTo>
                    <a:pt x="0" y="0"/>
                  </a:moveTo>
                  <a:lnTo>
                    <a:pt x="22707600" y="0"/>
                  </a:lnTo>
                  <a:lnTo>
                    <a:pt x="22707600" y="2264470"/>
                  </a:lnTo>
                  <a:lnTo>
                    <a:pt x="0" y="2264470"/>
                  </a:lnTo>
                  <a:close/>
                </a:path>
              </a:pathLst>
            </a:custGeom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22707600" cy="2331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28"/>
                </a:lnSpc>
              </a:pPr>
              <a:r>
                <a:rPr lang="en-US" sz="6600" b="true">
                  <a:solidFill>
                    <a:srgbClr val="40355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</a:t>
              </a:r>
              <a:r>
                <a:rPr lang="en-US" sz="6600" b="true">
                  <a:solidFill>
                    <a:srgbClr val="40355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arket Opportunity &amp; Business Model &amp; Pricing</a:t>
              </a: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5815284" y="2422971"/>
            <a:ext cx="6657433" cy="6893618"/>
          </a:xfrm>
          <a:custGeom>
            <a:avLst/>
            <a:gdLst/>
            <a:ahLst/>
            <a:cxnLst/>
            <a:rect r="r" b="b" t="t" l="l"/>
            <a:pathLst>
              <a:path h="6893618" w="6657433">
                <a:moveTo>
                  <a:pt x="0" y="0"/>
                </a:moveTo>
                <a:lnTo>
                  <a:pt x="6657433" y="0"/>
                </a:lnTo>
                <a:lnTo>
                  <a:pt x="6657433" y="6893618"/>
                </a:lnTo>
                <a:lnTo>
                  <a:pt x="0" y="68936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 descr="Users"/>
          <p:cNvSpPr/>
          <p:nvPr/>
        </p:nvSpPr>
        <p:spPr>
          <a:xfrm flipH="false" flipV="false" rot="0">
            <a:off x="7790183" y="4048137"/>
            <a:ext cx="1095363" cy="1095363"/>
          </a:xfrm>
          <a:custGeom>
            <a:avLst/>
            <a:gdLst/>
            <a:ahLst/>
            <a:cxnLst/>
            <a:rect r="r" b="b" t="t" l="l"/>
            <a:pathLst>
              <a:path h="1095363" w="1095363">
                <a:moveTo>
                  <a:pt x="0" y="0"/>
                </a:moveTo>
                <a:lnTo>
                  <a:pt x="1095363" y="0"/>
                </a:lnTo>
                <a:lnTo>
                  <a:pt x="1095363" y="1095363"/>
                </a:lnTo>
                <a:lnTo>
                  <a:pt x="0" y="109536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 descr="Download from cloud"/>
          <p:cNvSpPr/>
          <p:nvPr/>
        </p:nvSpPr>
        <p:spPr>
          <a:xfrm flipH="false" flipV="false" rot="0">
            <a:off x="8268306" y="7006660"/>
            <a:ext cx="755703" cy="755703"/>
          </a:xfrm>
          <a:custGeom>
            <a:avLst/>
            <a:gdLst/>
            <a:ahLst/>
            <a:cxnLst/>
            <a:rect r="r" b="b" t="t" l="l"/>
            <a:pathLst>
              <a:path h="755703" w="755703">
                <a:moveTo>
                  <a:pt x="0" y="0"/>
                </a:moveTo>
                <a:lnTo>
                  <a:pt x="755703" y="0"/>
                </a:lnTo>
                <a:lnTo>
                  <a:pt x="755703" y="755704"/>
                </a:lnTo>
                <a:lnTo>
                  <a:pt x="0" y="75570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 descr="Chat"/>
          <p:cNvSpPr/>
          <p:nvPr/>
        </p:nvSpPr>
        <p:spPr>
          <a:xfrm flipH="false" flipV="false" rot="0">
            <a:off x="9460239" y="4075324"/>
            <a:ext cx="1095363" cy="1095363"/>
          </a:xfrm>
          <a:custGeom>
            <a:avLst/>
            <a:gdLst/>
            <a:ahLst/>
            <a:cxnLst/>
            <a:rect r="r" b="b" t="t" l="l"/>
            <a:pathLst>
              <a:path h="1095363" w="1095363">
                <a:moveTo>
                  <a:pt x="0" y="0"/>
                </a:moveTo>
                <a:lnTo>
                  <a:pt x="1095363" y="0"/>
                </a:lnTo>
                <a:lnTo>
                  <a:pt x="1095363" y="1095363"/>
                </a:lnTo>
                <a:lnTo>
                  <a:pt x="0" y="109536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 descr="Bar chart"/>
          <p:cNvSpPr/>
          <p:nvPr/>
        </p:nvSpPr>
        <p:spPr>
          <a:xfrm flipH="false" flipV="false" rot="0">
            <a:off x="9252218" y="7006660"/>
            <a:ext cx="755703" cy="755703"/>
          </a:xfrm>
          <a:custGeom>
            <a:avLst/>
            <a:gdLst/>
            <a:ahLst/>
            <a:cxnLst/>
            <a:rect r="r" b="b" t="t" l="l"/>
            <a:pathLst>
              <a:path h="755703" w="755703">
                <a:moveTo>
                  <a:pt x="0" y="0"/>
                </a:moveTo>
                <a:lnTo>
                  <a:pt x="755702" y="0"/>
                </a:lnTo>
                <a:lnTo>
                  <a:pt x="755702" y="755704"/>
                </a:lnTo>
                <a:lnTo>
                  <a:pt x="0" y="75570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 descr="Pie chart"/>
          <p:cNvSpPr/>
          <p:nvPr/>
        </p:nvSpPr>
        <p:spPr>
          <a:xfrm flipH="false" flipV="false" rot="0">
            <a:off x="7826750" y="5458106"/>
            <a:ext cx="1095363" cy="1095363"/>
          </a:xfrm>
          <a:custGeom>
            <a:avLst/>
            <a:gdLst/>
            <a:ahLst/>
            <a:cxnLst/>
            <a:rect r="r" b="b" t="t" l="l"/>
            <a:pathLst>
              <a:path h="1095363" w="1095363">
                <a:moveTo>
                  <a:pt x="0" y="0"/>
                </a:moveTo>
                <a:lnTo>
                  <a:pt x="1095362" y="0"/>
                </a:lnTo>
                <a:lnTo>
                  <a:pt x="1095362" y="1095362"/>
                </a:lnTo>
                <a:lnTo>
                  <a:pt x="0" y="1095362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 descr="Shopping cart"/>
          <p:cNvSpPr/>
          <p:nvPr/>
        </p:nvSpPr>
        <p:spPr>
          <a:xfrm flipH="false" flipV="false" rot="0">
            <a:off x="9503578" y="5458106"/>
            <a:ext cx="1095363" cy="1095363"/>
          </a:xfrm>
          <a:custGeom>
            <a:avLst/>
            <a:gdLst/>
            <a:ahLst/>
            <a:cxnLst/>
            <a:rect r="r" b="b" t="t" l="l"/>
            <a:pathLst>
              <a:path h="1095363" w="1095363">
                <a:moveTo>
                  <a:pt x="0" y="0"/>
                </a:moveTo>
                <a:lnTo>
                  <a:pt x="1095363" y="0"/>
                </a:lnTo>
                <a:lnTo>
                  <a:pt x="1095363" y="1095362"/>
                </a:lnTo>
                <a:lnTo>
                  <a:pt x="0" y="109536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1654390" y="2469325"/>
            <a:ext cx="4792503" cy="1263328"/>
            <a:chOff x="0" y="0"/>
            <a:chExt cx="6390004" cy="1684437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90004" cy="1684437"/>
            </a:xfrm>
            <a:custGeom>
              <a:avLst/>
              <a:gdLst/>
              <a:ahLst/>
              <a:cxnLst/>
              <a:rect r="r" b="b" t="t" l="l"/>
              <a:pathLst>
                <a:path h="1684437" w="6390004">
                  <a:moveTo>
                    <a:pt x="0" y="0"/>
                  </a:moveTo>
                  <a:lnTo>
                    <a:pt x="6390004" y="0"/>
                  </a:lnTo>
                  <a:lnTo>
                    <a:pt x="6390004" y="1684437"/>
                  </a:lnTo>
                  <a:lnTo>
                    <a:pt x="0" y="1684437"/>
                  </a:lnTo>
                  <a:close/>
                </a:path>
              </a:pathLst>
            </a:custGeom>
          </p:spPr>
        </p:sp>
        <p:sp>
          <p:nvSpPr>
            <p:cNvPr name="TextBox 14" id="14"/>
            <p:cNvSpPr txBox="true"/>
            <p:nvPr/>
          </p:nvSpPr>
          <p:spPr>
            <a:xfrm>
              <a:off x="0" y="-66675"/>
              <a:ext cx="6390004" cy="1751112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r">
                <a:lnSpc>
                  <a:spcPts val="4320"/>
                </a:lnSpc>
              </a:pPr>
              <a:r>
                <a:rPr lang="en-US" sz="3600" b="true">
                  <a:solidFill>
                    <a:srgbClr val="3D414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Global B2C creators/fans + B2B small publishers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1889102" y="2246641"/>
            <a:ext cx="5261639" cy="2349178"/>
            <a:chOff x="0" y="0"/>
            <a:chExt cx="7015519" cy="313223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015519" cy="3132237"/>
            </a:xfrm>
            <a:custGeom>
              <a:avLst/>
              <a:gdLst/>
              <a:ahLst/>
              <a:cxnLst/>
              <a:rect r="r" b="b" t="t" l="l"/>
              <a:pathLst>
                <a:path h="3132237" w="7015519">
                  <a:moveTo>
                    <a:pt x="0" y="0"/>
                  </a:moveTo>
                  <a:lnTo>
                    <a:pt x="7015519" y="0"/>
                  </a:lnTo>
                  <a:lnTo>
                    <a:pt x="7015519" y="3132237"/>
                  </a:lnTo>
                  <a:lnTo>
                    <a:pt x="0" y="3132237"/>
                  </a:lnTo>
                  <a:close/>
                </a:path>
              </a:pathLst>
            </a:custGeom>
          </p:spPr>
        </p:sp>
        <p:sp>
          <p:nvSpPr>
            <p:cNvPr name="TextBox 17" id="17"/>
            <p:cNvSpPr txBox="true"/>
            <p:nvPr/>
          </p:nvSpPr>
          <p:spPr>
            <a:xfrm>
              <a:off x="0" y="-66675"/>
              <a:ext cx="7015519" cy="3198912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3D414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TAM ~$16–20B</a:t>
              </a:r>
            </a:p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3D414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SAM ~$1.5–2.5B</a:t>
              </a:r>
            </a:p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3D414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SOM (3‑yr </a:t>
              </a:r>
              <a:r>
                <a:rPr lang="en-US" sz="3600" b="true">
                  <a:solidFill>
                    <a:srgbClr val="3D414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reachable) ~$40–60M.</a:t>
              </a:r>
            </a:p>
          </p:txBody>
        </p:sp>
      </p:grpSp>
      <p:sp>
        <p:nvSpPr>
          <p:cNvPr name="Freeform 18" id="18" descr="Users"/>
          <p:cNvSpPr/>
          <p:nvPr/>
        </p:nvSpPr>
        <p:spPr>
          <a:xfrm flipH="false" flipV="false" rot="0">
            <a:off x="659210" y="3703122"/>
            <a:ext cx="617220" cy="617220"/>
          </a:xfrm>
          <a:custGeom>
            <a:avLst/>
            <a:gdLst/>
            <a:ahLst/>
            <a:cxnLst/>
            <a:rect r="r" b="b" t="t" l="l"/>
            <a:pathLst>
              <a:path h="617220" w="617220">
                <a:moveTo>
                  <a:pt x="0" y="0"/>
                </a:moveTo>
                <a:lnTo>
                  <a:pt x="617219" y="0"/>
                </a:lnTo>
                <a:lnTo>
                  <a:pt x="617219" y="617220"/>
                </a:lnTo>
                <a:lnTo>
                  <a:pt x="0" y="617220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 descr="Download from cloud"/>
          <p:cNvSpPr/>
          <p:nvPr/>
        </p:nvSpPr>
        <p:spPr>
          <a:xfrm flipH="false" flipV="false" rot="0">
            <a:off x="659210" y="6918684"/>
            <a:ext cx="617220" cy="617220"/>
          </a:xfrm>
          <a:custGeom>
            <a:avLst/>
            <a:gdLst/>
            <a:ahLst/>
            <a:cxnLst/>
            <a:rect r="r" b="b" t="t" l="l"/>
            <a:pathLst>
              <a:path h="617220" w="617220">
                <a:moveTo>
                  <a:pt x="0" y="0"/>
                </a:moveTo>
                <a:lnTo>
                  <a:pt x="617219" y="0"/>
                </a:lnTo>
                <a:lnTo>
                  <a:pt x="617219" y="617220"/>
                </a:lnTo>
                <a:lnTo>
                  <a:pt x="0" y="617220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 descr="Chat"/>
          <p:cNvSpPr/>
          <p:nvPr/>
        </p:nvSpPr>
        <p:spPr>
          <a:xfrm flipH="false" flipV="false" rot="0">
            <a:off x="17011570" y="3703122"/>
            <a:ext cx="617220" cy="617220"/>
          </a:xfrm>
          <a:custGeom>
            <a:avLst/>
            <a:gdLst/>
            <a:ahLst/>
            <a:cxnLst/>
            <a:rect r="r" b="b" t="t" l="l"/>
            <a:pathLst>
              <a:path h="617220" w="617220">
                <a:moveTo>
                  <a:pt x="0" y="0"/>
                </a:moveTo>
                <a:lnTo>
                  <a:pt x="617220" y="0"/>
                </a:lnTo>
                <a:lnTo>
                  <a:pt x="617220" y="617220"/>
                </a:lnTo>
                <a:lnTo>
                  <a:pt x="0" y="617220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 descr="Bar chart"/>
          <p:cNvSpPr/>
          <p:nvPr/>
        </p:nvSpPr>
        <p:spPr>
          <a:xfrm flipH="false" flipV="false" rot="0">
            <a:off x="17011570" y="6918684"/>
            <a:ext cx="617220" cy="617220"/>
          </a:xfrm>
          <a:custGeom>
            <a:avLst/>
            <a:gdLst/>
            <a:ahLst/>
            <a:cxnLst/>
            <a:rect r="r" b="b" t="t" l="l"/>
            <a:pathLst>
              <a:path h="617220" w="617220">
                <a:moveTo>
                  <a:pt x="0" y="0"/>
                </a:moveTo>
                <a:lnTo>
                  <a:pt x="617220" y="0"/>
                </a:lnTo>
                <a:lnTo>
                  <a:pt x="617220" y="617220"/>
                </a:lnTo>
                <a:lnTo>
                  <a:pt x="0" y="617220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 descr="Pie chart"/>
          <p:cNvSpPr/>
          <p:nvPr/>
        </p:nvSpPr>
        <p:spPr>
          <a:xfrm flipH="false" flipV="false" rot="0">
            <a:off x="659210" y="5308952"/>
            <a:ext cx="617220" cy="617220"/>
          </a:xfrm>
          <a:custGeom>
            <a:avLst/>
            <a:gdLst/>
            <a:ahLst/>
            <a:cxnLst/>
            <a:rect r="r" b="b" t="t" l="l"/>
            <a:pathLst>
              <a:path h="617220" w="617220">
                <a:moveTo>
                  <a:pt x="0" y="0"/>
                </a:moveTo>
                <a:lnTo>
                  <a:pt x="617219" y="0"/>
                </a:lnTo>
                <a:lnTo>
                  <a:pt x="617219" y="617219"/>
                </a:lnTo>
                <a:lnTo>
                  <a:pt x="0" y="617219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 descr="Shopping cart"/>
          <p:cNvSpPr/>
          <p:nvPr/>
        </p:nvSpPr>
        <p:spPr>
          <a:xfrm flipH="false" flipV="false" rot="0">
            <a:off x="17011570" y="5308952"/>
            <a:ext cx="617220" cy="617220"/>
          </a:xfrm>
          <a:custGeom>
            <a:avLst/>
            <a:gdLst/>
            <a:ahLst/>
            <a:cxnLst/>
            <a:rect r="r" b="b" t="t" l="l"/>
            <a:pathLst>
              <a:path h="617220" w="617220">
                <a:moveTo>
                  <a:pt x="0" y="0"/>
                </a:moveTo>
                <a:lnTo>
                  <a:pt x="617220" y="0"/>
                </a:lnTo>
                <a:lnTo>
                  <a:pt x="617220" y="617219"/>
                </a:lnTo>
                <a:lnTo>
                  <a:pt x="0" y="617219"/>
                </a:lnTo>
                <a:lnTo>
                  <a:pt x="0" y="0"/>
                </a:lnTo>
                <a:close/>
              </a:path>
            </a:pathLst>
          </a:custGeom>
          <a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1654390" y="7160619"/>
            <a:ext cx="5586684" cy="1695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0"/>
              </a:lnSpc>
              <a:spcBef>
                <a:spcPct val="0"/>
              </a:spcBef>
            </a:pPr>
            <a:r>
              <a:rPr lang="en-US" b="true" sz="3600">
                <a:solidFill>
                  <a:srgbClr val="3B383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Initial focus: light‑novel‑to‑manga and teen creator communities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3053742" y="4643801"/>
            <a:ext cx="3957828" cy="2892103"/>
            <a:chOff x="0" y="0"/>
            <a:chExt cx="5277104" cy="3856137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277104" cy="3856137"/>
            </a:xfrm>
            <a:custGeom>
              <a:avLst/>
              <a:gdLst/>
              <a:ahLst/>
              <a:cxnLst/>
              <a:rect r="r" b="b" t="t" l="l"/>
              <a:pathLst>
                <a:path h="3856137" w="5277104">
                  <a:moveTo>
                    <a:pt x="0" y="0"/>
                  </a:moveTo>
                  <a:lnTo>
                    <a:pt x="5277104" y="0"/>
                  </a:lnTo>
                  <a:lnTo>
                    <a:pt x="5277104" y="3856137"/>
                  </a:lnTo>
                  <a:lnTo>
                    <a:pt x="0" y="3856137"/>
                  </a:lnTo>
                  <a:close/>
                </a:path>
              </a:pathLst>
            </a:custGeom>
          </p:spPr>
        </p:sp>
        <p:sp>
          <p:nvSpPr>
            <p:cNvPr name="TextBox 27" id="27"/>
            <p:cNvSpPr txBox="true"/>
            <p:nvPr/>
          </p:nvSpPr>
          <p:spPr>
            <a:xfrm>
              <a:off x="0" y="-66675"/>
              <a:ext cx="5277104" cy="3922812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3D414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Pay‑per‑chapter: $2.99 (5 pages), $9.99 (20 pages); 1 f</a:t>
              </a:r>
              <a:r>
                <a:rPr lang="en-US" sz="3600" b="true">
                  <a:solidFill>
                    <a:srgbClr val="3D414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ree 5‑page on signup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659210" y="4747216"/>
            <a:ext cx="4792503" cy="1806253"/>
            <a:chOff x="0" y="0"/>
            <a:chExt cx="6390004" cy="2408337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390004" cy="2408337"/>
            </a:xfrm>
            <a:custGeom>
              <a:avLst/>
              <a:gdLst/>
              <a:ahLst/>
              <a:cxnLst/>
              <a:rect r="r" b="b" t="t" l="l"/>
              <a:pathLst>
                <a:path h="2408337" w="6390004">
                  <a:moveTo>
                    <a:pt x="0" y="0"/>
                  </a:moveTo>
                  <a:lnTo>
                    <a:pt x="6390004" y="0"/>
                  </a:lnTo>
                  <a:lnTo>
                    <a:pt x="6390004" y="2408337"/>
                  </a:lnTo>
                  <a:lnTo>
                    <a:pt x="0" y="2408337"/>
                  </a:lnTo>
                  <a:close/>
                </a:path>
              </a:pathLst>
            </a:custGeom>
          </p:spPr>
        </p:sp>
        <p:sp>
          <p:nvSpPr>
            <p:cNvPr name="TextBox 30" id="30"/>
            <p:cNvSpPr txBox="true"/>
            <p:nvPr/>
          </p:nvSpPr>
          <p:spPr>
            <a:xfrm>
              <a:off x="0" y="-66675"/>
              <a:ext cx="6390004" cy="2475012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r">
                <a:lnSpc>
                  <a:spcPts val="4320"/>
                </a:lnSpc>
              </a:pPr>
              <a:r>
                <a:rPr lang="en-US" sz="3600" b="true">
                  <a:solidFill>
                    <a:srgbClr val="3D414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Future: marketplace for style packs; publisher revenue share/licensing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1038876" y="7510336"/>
            <a:ext cx="5336733" cy="1806253"/>
            <a:chOff x="0" y="0"/>
            <a:chExt cx="7115644" cy="2408337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7115644" cy="2408337"/>
            </a:xfrm>
            <a:custGeom>
              <a:avLst/>
              <a:gdLst/>
              <a:ahLst/>
              <a:cxnLst/>
              <a:rect r="r" b="b" t="t" l="l"/>
              <a:pathLst>
                <a:path h="2408337" w="7115644">
                  <a:moveTo>
                    <a:pt x="0" y="0"/>
                  </a:moveTo>
                  <a:lnTo>
                    <a:pt x="7115644" y="0"/>
                  </a:lnTo>
                  <a:lnTo>
                    <a:pt x="7115644" y="2408337"/>
                  </a:lnTo>
                  <a:lnTo>
                    <a:pt x="0" y="2408337"/>
                  </a:lnTo>
                  <a:close/>
                </a:path>
              </a:pathLst>
            </a:custGeom>
          </p:spPr>
        </p:sp>
        <p:sp>
          <p:nvSpPr>
            <p:cNvPr name="TextBox 33" id="33"/>
            <p:cNvSpPr txBox="true"/>
            <p:nvPr/>
          </p:nvSpPr>
          <p:spPr>
            <a:xfrm>
              <a:off x="0" y="-66675"/>
              <a:ext cx="7115644" cy="2475012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3D414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IP policy: licensed/user data; inspired‑by styles; no artist mimicry.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57300" y="502295"/>
            <a:ext cx="15773400" cy="1698353"/>
            <a:chOff x="0" y="0"/>
            <a:chExt cx="21031200" cy="226447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031200" cy="2264470"/>
            </a:xfrm>
            <a:custGeom>
              <a:avLst/>
              <a:gdLst/>
              <a:ahLst/>
              <a:cxnLst/>
              <a:rect r="r" b="b" t="t" l="l"/>
              <a:pathLst>
                <a:path h="2264470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2264470"/>
                  </a:lnTo>
                  <a:lnTo>
                    <a:pt x="0" y="2264470"/>
                  </a:lnTo>
                  <a:close/>
                </a:path>
              </a:pathLst>
            </a:custGeom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21031200" cy="2331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28"/>
                </a:lnSpc>
              </a:pPr>
              <a:r>
                <a:rPr lang="en-US" sz="6600" b="true">
                  <a:solidFill>
                    <a:srgbClr val="40355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Scalability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258300" y="2738438"/>
            <a:ext cx="7772400" cy="6557565"/>
            <a:chOff x="0" y="0"/>
            <a:chExt cx="10363200" cy="874342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363200" cy="8743420"/>
            </a:xfrm>
            <a:custGeom>
              <a:avLst/>
              <a:gdLst/>
              <a:ahLst/>
              <a:cxnLst/>
              <a:rect r="r" b="b" t="t" l="l"/>
              <a:pathLst>
                <a:path h="8743420" w="10363200">
                  <a:moveTo>
                    <a:pt x="0" y="0"/>
                  </a:moveTo>
                  <a:lnTo>
                    <a:pt x="10363200" y="0"/>
                  </a:lnTo>
                  <a:lnTo>
                    <a:pt x="10363200" y="8743420"/>
                  </a:lnTo>
                  <a:lnTo>
                    <a:pt x="0" y="8743420"/>
                  </a:lnTo>
                  <a:close/>
                </a:path>
              </a:pathLst>
            </a:custGeom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0363200" cy="8781520"/>
            </a:xfrm>
            <a:prstGeom prst="rect">
              <a:avLst/>
            </a:prstGeom>
          </p:spPr>
          <p:txBody>
            <a:bodyPr anchor="t" rtlCol="false" tIns="0" lIns="0" bIns="0" rIns="0"/>
            <a:lstStyle/>
            <a:p>
              <a:pPr algn="l" marL="760095" indent="-380048" lvl="1">
                <a:lnSpc>
                  <a:spcPts val="4536"/>
                </a:lnSpc>
                <a:buFont typeface="Arial"/>
                <a:buChar char="•"/>
              </a:pPr>
              <a:r>
                <a:rPr lang="en-US" sz="4200">
                  <a:solidFill>
                    <a:srgbClr val="40355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Fine‑tuned Autoregressive Transformers/LoRA style packs, character embeddings, retrieval for continuity; layout &amp; speech engine.</a:t>
              </a:r>
            </a:p>
            <a:p>
              <a:pPr algn="l" marL="760095" indent="-380048" lvl="1">
                <a:lnSpc>
                  <a:spcPts val="4536"/>
                </a:lnSpc>
                <a:buFont typeface="Arial"/>
                <a:buChar char="•"/>
              </a:pPr>
              <a:r>
                <a:rPr lang="en-US" sz="4200">
                  <a:solidFill>
                    <a:srgbClr val="40355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Today via OpenAI/Google APIs; switchable to local GPUs when available.</a:t>
              </a:r>
            </a:p>
            <a:p>
              <a:pPr algn="l" marL="760095" indent="-380048" lvl="1">
                <a:lnSpc>
                  <a:spcPts val="4536"/>
                </a:lnSpc>
                <a:buFont typeface="Arial"/>
                <a:buChar char="•"/>
              </a:pPr>
              <a:r>
                <a:rPr lang="en-US" sz="4200">
                  <a:solidFill>
                    <a:srgbClr val="40355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Costs: ~$1 per 5 pages now (~$4/20p) → ~$0.04/20p; partner API in ~6 months.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3805026" y="4844049"/>
            <a:ext cx="2676324" cy="2315129"/>
            <a:chOff x="0" y="0"/>
            <a:chExt cx="3568432" cy="308683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568446" cy="3086862"/>
            </a:xfrm>
            <a:custGeom>
              <a:avLst/>
              <a:gdLst/>
              <a:ahLst/>
              <a:cxnLst/>
              <a:rect r="r" b="b" t="t" l="l"/>
              <a:pathLst>
                <a:path h="3086862" w="3568446">
                  <a:moveTo>
                    <a:pt x="0" y="1543431"/>
                  </a:moveTo>
                  <a:lnTo>
                    <a:pt x="881888" y="0"/>
                  </a:lnTo>
                  <a:lnTo>
                    <a:pt x="2686558" y="0"/>
                  </a:lnTo>
                  <a:lnTo>
                    <a:pt x="3568446" y="1543431"/>
                  </a:lnTo>
                  <a:lnTo>
                    <a:pt x="2686558" y="3086862"/>
                  </a:lnTo>
                  <a:lnTo>
                    <a:pt x="881888" y="3086862"/>
                  </a:lnTo>
                  <a:close/>
                </a:path>
              </a:pathLst>
            </a:custGeom>
            <a:gradFill rotWithShape="true">
              <a:gsLst>
                <a:gs pos="0">
                  <a:srgbClr val="5E586A">
                    <a:alpha val="100000"/>
                  </a:srgbClr>
                </a:gs>
                <a:gs pos="50000">
                  <a:srgbClr val="403452">
                    <a:alpha val="100000"/>
                  </a:srgbClr>
                </a:gs>
                <a:gs pos="100000">
                  <a:srgbClr val="372B49">
                    <a:alpha val="100000"/>
                  </a:srgbClr>
                </a:gs>
              </a:gsLst>
              <a:lin ang="5400000"/>
            </a:gra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4243768" y="5222936"/>
            <a:ext cx="1798839" cy="1557356"/>
            <a:chOff x="0" y="0"/>
            <a:chExt cx="2398452" cy="207647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398452" cy="2076474"/>
            </a:xfrm>
            <a:custGeom>
              <a:avLst/>
              <a:gdLst/>
              <a:ahLst/>
              <a:cxnLst/>
              <a:rect r="r" b="b" t="t" l="l"/>
              <a:pathLst>
                <a:path h="2076474" w="2398452">
                  <a:moveTo>
                    <a:pt x="0" y="0"/>
                  </a:moveTo>
                  <a:lnTo>
                    <a:pt x="2398452" y="0"/>
                  </a:lnTo>
                  <a:lnTo>
                    <a:pt x="2398452" y="2076474"/>
                  </a:lnTo>
                  <a:lnTo>
                    <a:pt x="0" y="20764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12" id="12"/>
            <p:cNvGrpSpPr/>
            <p:nvPr/>
          </p:nvGrpSpPr>
          <p:grpSpPr>
            <a:xfrm rot="0">
              <a:off x="0" y="0"/>
              <a:ext cx="2398452" cy="2076474"/>
              <a:chOff x="0" y="0"/>
              <a:chExt cx="2398452" cy="2076474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2398452" cy="2076474"/>
              </a:xfrm>
              <a:custGeom>
                <a:avLst/>
                <a:gdLst/>
                <a:ahLst/>
                <a:cxnLst/>
                <a:rect r="r" b="b" t="t" l="l"/>
                <a:pathLst>
                  <a:path h="2076474" w="2398452">
                    <a:moveTo>
                      <a:pt x="0" y="0"/>
                    </a:moveTo>
                    <a:lnTo>
                      <a:pt x="2398452" y="0"/>
                    </a:lnTo>
                    <a:lnTo>
                      <a:pt x="2398452" y="2076474"/>
                    </a:lnTo>
                    <a:lnTo>
                      <a:pt x="0" y="2076474"/>
                    </a:lnTo>
                    <a:close/>
                  </a:path>
                </a:pathLst>
              </a:custGeom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2398452" cy="2124099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5346"/>
                  </a:lnSpc>
                </a:pPr>
                <a:r>
                  <a:rPr lang="en-US" sz="4950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Tech</a:t>
                </a:r>
              </a:p>
            </p:txBody>
          </p:sp>
        </p:grpSp>
      </p:grpSp>
      <p:grpSp>
        <p:nvGrpSpPr>
          <p:cNvPr name="Group 15" id="15"/>
          <p:cNvGrpSpPr/>
          <p:nvPr/>
        </p:nvGrpSpPr>
        <p:grpSpPr>
          <a:xfrm rot="0">
            <a:off x="5480919" y="3736416"/>
            <a:ext cx="1009768" cy="870049"/>
            <a:chOff x="0" y="0"/>
            <a:chExt cx="1346358" cy="116006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346327" cy="1160018"/>
            </a:xfrm>
            <a:custGeom>
              <a:avLst/>
              <a:gdLst/>
              <a:ahLst/>
              <a:cxnLst/>
              <a:rect r="r" b="b" t="t" l="l"/>
              <a:pathLst>
                <a:path h="1160018" w="1346327">
                  <a:moveTo>
                    <a:pt x="0" y="580009"/>
                  </a:moveTo>
                  <a:lnTo>
                    <a:pt x="335280" y="0"/>
                  </a:lnTo>
                  <a:lnTo>
                    <a:pt x="1011047" y="0"/>
                  </a:lnTo>
                  <a:lnTo>
                    <a:pt x="1346327" y="580009"/>
                  </a:lnTo>
                  <a:lnTo>
                    <a:pt x="1011047" y="1160018"/>
                  </a:lnTo>
                  <a:lnTo>
                    <a:pt x="335280" y="1160018"/>
                  </a:lnTo>
                  <a:close/>
                </a:path>
              </a:pathLst>
            </a:custGeom>
            <a:solidFill>
              <a:srgbClr val="EECDCE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4051554" y="2738438"/>
            <a:ext cx="2193228" cy="1897400"/>
            <a:chOff x="0" y="0"/>
            <a:chExt cx="2924304" cy="252986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924302" cy="2529840"/>
            </a:xfrm>
            <a:custGeom>
              <a:avLst/>
              <a:gdLst/>
              <a:ahLst/>
              <a:cxnLst/>
              <a:rect r="r" b="b" t="t" l="l"/>
              <a:pathLst>
                <a:path h="2529840" w="2924302">
                  <a:moveTo>
                    <a:pt x="0" y="1264920"/>
                  </a:moveTo>
                  <a:lnTo>
                    <a:pt x="722757" y="0"/>
                  </a:lnTo>
                  <a:lnTo>
                    <a:pt x="2201545" y="0"/>
                  </a:lnTo>
                  <a:lnTo>
                    <a:pt x="2924302" y="1264920"/>
                  </a:lnTo>
                  <a:lnTo>
                    <a:pt x="2201545" y="2529840"/>
                  </a:lnTo>
                  <a:lnTo>
                    <a:pt x="722757" y="2529840"/>
                  </a:lnTo>
                  <a:close/>
                </a:path>
              </a:pathLst>
            </a:custGeom>
            <a:gradFill rotWithShape="true">
              <a:gsLst>
                <a:gs pos="0">
                  <a:srgbClr val="D6595D">
                    <a:alpha val="100000"/>
                  </a:srgbClr>
                </a:gs>
                <a:gs pos="50000">
                  <a:srgbClr val="D82C35">
                    <a:alpha val="100000"/>
                  </a:srgbClr>
                </a:gs>
                <a:gs pos="100000">
                  <a:srgbClr val="C61F28">
                    <a:alpha val="100000"/>
                  </a:srgbClr>
                </a:gs>
              </a:gsLst>
              <a:lin ang="5400000"/>
            </a:gra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4410256" y="3048114"/>
            <a:ext cx="1475823" cy="1278046"/>
            <a:chOff x="0" y="0"/>
            <a:chExt cx="1967764" cy="1704062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967764" cy="1704062"/>
            </a:xfrm>
            <a:custGeom>
              <a:avLst/>
              <a:gdLst/>
              <a:ahLst/>
              <a:cxnLst/>
              <a:rect r="r" b="b" t="t" l="l"/>
              <a:pathLst>
                <a:path h="1704062" w="1967764">
                  <a:moveTo>
                    <a:pt x="0" y="0"/>
                  </a:moveTo>
                  <a:lnTo>
                    <a:pt x="1967764" y="0"/>
                  </a:lnTo>
                  <a:lnTo>
                    <a:pt x="1967764" y="1704062"/>
                  </a:lnTo>
                  <a:lnTo>
                    <a:pt x="0" y="17040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21" id="21"/>
            <p:cNvGrpSpPr/>
            <p:nvPr/>
          </p:nvGrpSpPr>
          <p:grpSpPr>
            <a:xfrm rot="0">
              <a:off x="0" y="0"/>
              <a:ext cx="1967764" cy="1704062"/>
              <a:chOff x="0" y="0"/>
              <a:chExt cx="1967764" cy="1704062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1967764" cy="1704062"/>
              </a:xfrm>
              <a:custGeom>
                <a:avLst/>
                <a:gdLst/>
                <a:ahLst/>
                <a:cxnLst/>
                <a:rect r="r" b="b" t="t" l="l"/>
                <a:pathLst>
                  <a:path h="1704062" w="1967764">
                    <a:moveTo>
                      <a:pt x="0" y="0"/>
                    </a:moveTo>
                    <a:lnTo>
                      <a:pt x="1967764" y="0"/>
                    </a:lnTo>
                    <a:lnTo>
                      <a:pt x="1967764" y="1704062"/>
                    </a:lnTo>
                    <a:lnTo>
                      <a:pt x="0" y="1704062"/>
                    </a:lnTo>
                    <a:close/>
                  </a:path>
                </a:pathLst>
              </a:custGeom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0" y="-47625"/>
                <a:ext cx="1967764" cy="1751687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5346"/>
                  </a:lnSpc>
                </a:pPr>
                <a:r>
                  <a:rPr lang="en-US" sz="4950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01</a:t>
                </a:r>
              </a:p>
            </p:txBody>
          </p:sp>
        </p:grpSp>
      </p:grpSp>
      <p:grpSp>
        <p:nvGrpSpPr>
          <p:cNvPr name="Group 24" id="24"/>
          <p:cNvGrpSpPr/>
          <p:nvPr/>
        </p:nvGrpSpPr>
        <p:grpSpPr>
          <a:xfrm rot="0">
            <a:off x="6659398" y="5362947"/>
            <a:ext cx="1009768" cy="870049"/>
            <a:chOff x="0" y="0"/>
            <a:chExt cx="1346358" cy="116006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346327" cy="1160018"/>
            </a:xfrm>
            <a:custGeom>
              <a:avLst/>
              <a:gdLst/>
              <a:ahLst/>
              <a:cxnLst/>
              <a:rect r="r" b="b" t="t" l="l"/>
              <a:pathLst>
                <a:path h="1160018" w="1346327">
                  <a:moveTo>
                    <a:pt x="0" y="580009"/>
                  </a:moveTo>
                  <a:lnTo>
                    <a:pt x="335280" y="0"/>
                  </a:lnTo>
                  <a:lnTo>
                    <a:pt x="1011047" y="0"/>
                  </a:lnTo>
                  <a:lnTo>
                    <a:pt x="1346327" y="580009"/>
                  </a:lnTo>
                  <a:lnTo>
                    <a:pt x="1011047" y="1160018"/>
                  </a:lnTo>
                  <a:lnTo>
                    <a:pt x="335280" y="1160018"/>
                  </a:lnTo>
                  <a:close/>
                </a:path>
              </a:pathLst>
            </a:custGeom>
            <a:solidFill>
              <a:srgbClr val="EECDCE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6063000" y="3905466"/>
            <a:ext cx="2193228" cy="1897399"/>
            <a:chOff x="0" y="0"/>
            <a:chExt cx="2924304" cy="252986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924302" cy="2529840"/>
            </a:xfrm>
            <a:custGeom>
              <a:avLst/>
              <a:gdLst/>
              <a:ahLst/>
              <a:cxnLst/>
              <a:rect r="r" b="b" t="t" l="l"/>
              <a:pathLst>
                <a:path h="2529840" w="2924302">
                  <a:moveTo>
                    <a:pt x="0" y="1264920"/>
                  </a:moveTo>
                  <a:lnTo>
                    <a:pt x="722757" y="0"/>
                  </a:lnTo>
                  <a:lnTo>
                    <a:pt x="2201545" y="0"/>
                  </a:lnTo>
                  <a:lnTo>
                    <a:pt x="2924302" y="1264920"/>
                  </a:lnTo>
                  <a:lnTo>
                    <a:pt x="2201545" y="2529840"/>
                  </a:lnTo>
                  <a:lnTo>
                    <a:pt x="722757" y="2529840"/>
                  </a:lnTo>
                  <a:close/>
                </a:path>
              </a:pathLst>
            </a:custGeom>
            <a:gradFill rotWithShape="true">
              <a:gsLst>
                <a:gs pos="0">
                  <a:srgbClr val="FBC689">
                    <a:alpha val="100000"/>
                  </a:srgbClr>
                </a:gs>
                <a:gs pos="50000">
                  <a:srgbClr val="FFBF6F">
                    <a:alpha val="100000"/>
                  </a:srgbClr>
                </a:gs>
                <a:gs pos="100000">
                  <a:srgbClr val="EBAA59">
                    <a:alpha val="100000"/>
                  </a:srgbClr>
                </a:gs>
              </a:gsLst>
              <a:lin ang="5400000"/>
            </a:gra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6421702" y="4215142"/>
            <a:ext cx="1475823" cy="1278047"/>
            <a:chOff x="0" y="0"/>
            <a:chExt cx="1967764" cy="1704062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967764" cy="1704062"/>
            </a:xfrm>
            <a:custGeom>
              <a:avLst/>
              <a:gdLst/>
              <a:ahLst/>
              <a:cxnLst/>
              <a:rect r="r" b="b" t="t" l="l"/>
              <a:pathLst>
                <a:path h="1704062" w="1967764">
                  <a:moveTo>
                    <a:pt x="0" y="0"/>
                  </a:moveTo>
                  <a:lnTo>
                    <a:pt x="1967764" y="0"/>
                  </a:lnTo>
                  <a:lnTo>
                    <a:pt x="1967764" y="1704062"/>
                  </a:lnTo>
                  <a:lnTo>
                    <a:pt x="0" y="17040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30" id="30"/>
            <p:cNvGrpSpPr/>
            <p:nvPr/>
          </p:nvGrpSpPr>
          <p:grpSpPr>
            <a:xfrm rot="0">
              <a:off x="0" y="0"/>
              <a:ext cx="1967764" cy="1704062"/>
              <a:chOff x="0" y="0"/>
              <a:chExt cx="1967764" cy="1704062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1967764" cy="1704062"/>
              </a:xfrm>
              <a:custGeom>
                <a:avLst/>
                <a:gdLst/>
                <a:ahLst/>
                <a:cxnLst/>
                <a:rect r="r" b="b" t="t" l="l"/>
                <a:pathLst>
                  <a:path h="1704062" w="1967764">
                    <a:moveTo>
                      <a:pt x="0" y="0"/>
                    </a:moveTo>
                    <a:lnTo>
                      <a:pt x="1967764" y="0"/>
                    </a:lnTo>
                    <a:lnTo>
                      <a:pt x="1967764" y="1704062"/>
                    </a:lnTo>
                    <a:lnTo>
                      <a:pt x="0" y="1704062"/>
                    </a:lnTo>
                    <a:close/>
                  </a:path>
                </a:pathLst>
              </a:custGeom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0" y="-47625"/>
                <a:ext cx="1967764" cy="1751687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5346"/>
                  </a:lnSpc>
                </a:pPr>
                <a:r>
                  <a:rPr lang="en-US" sz="4950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02</a:t>
                </a:r>
              </a:p>
            </p:txBody>
          </p:sp>
        </p:grpSp>
      </p:grpSp>
      <p:grpSp>
        <p:nvGrpSpPr>
          <p:cNvPr name="Group 33" id="33"/>
          <p:cNvGrpSpPr/>
          <p:nvPr/>
        </p:nvGrpSpPr>
        <p:grpSpPr>
          <a:xfrm rot="0">
            <a:off x="5840751" y="7198994"/>
            <a:ext cx="1009768" cy="870049"/>
            <a:chOff x="0" y="0"/>
            <a:chExt cx="1346358" cy="1160066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346327" cy="1160018"/>
            </a:xfrm>
            <a:custGeom>
              <a:avLst/>
              <a:gdLst/>
              <a:ahLst/>
              <a:cxnLst/>
              <a:rect r="r" b="b" t="t" l="l"/>
              <a:pathLst>
                <a:path h="1160018" w="1346327">
                  <a:moveTo>
                    <a:pt x="0" y="580009"/>
                  </a:moveTo>
                  <a:lnTo>
                    <a:pt x="335280" y="0"/>
                  </a:lnTo>
                  <a:lnTo>
                    <a:pt x="1011047" y="0"/>
                  </a:lnTo>
                  <a:lnTo>
                    <a:pt x="1346327" y="580009"/>
                  </a:lnTo>
                  <a:lnTo>
                    <a:pt x="1011047" y="1160018"/>
                  </a:lnTo>
                  <a:lnTo>
                    <a:pt x="335280" y="1160018"/>
                  </a:lnTo>
                  <a:close/>
                </a:path>
              </a:pathLst>
            </a:custGeom>
            <a:solidFill>
              <a:srgbClr val="EECDCE"/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6063000" y="6199708"/>
            <a:ext cx="2193228" cy="1897400"/>
            <a:chOff x="0" y="0"/>
            <a:chExt cx="2924304" cy="2529866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924302" cy="2529840"/>
            </a:xfrm>
            <a:custGeom>
              <a:avLst/>
              <a:gdLst/>
              <a:ahLst/>
              <a:cxnLst/>
              <a:rect r="r" b="b" t="t" l="l"/>
              <a:pathLst>
                <a:path h="2529840" w="2924302">
                  <a:moveTo>
                    <a:pt x="0" y="1264920"/>
                  </a:moveTo>
                  <a:lnTo>
                    <a:pt x="722757" y="0"/>
                  </a:lnTo>
                  <a:lnTo>
                    <a:pt x="2201545" y="0"/>
                  </a:lnTo>
                  <a:lnTo>
                    <a:pt x="2924302" y="1264920"/>
                  </a:lnTo>
                  <a:lnTo>
                    <a:pt x="2201545" y="2529840"/>
                  </a:lnTo>
                  <a:lnTo>
                    <a:pt x="722757" y="2529840"/>
                  </a:lnTo>
                  <a:close/>
                </a:path>
              </a:pathLst>
            </a:custGeom>
            <a:gradFill rotWithShape="true">
              <a:gsLst>
                <a:gs pos="0">
                  <a:srgbClr val="9BBACB">
                    <a:alpha val="100000"/>
                  </a:srgbClr>
                </a:gs>
                <a:gs pos="50000">
                  <a:srgbClr val="8AB2C7">
                    <a:alpha val="100000"/>
                  </a:srgbClr>
                </a:gs>
                <a:gs pos="100000">
                  <a:srgbClr val="779EB3">
                    <a:alpha val="100000"/>
                  </a:srgbClr>
                </a:gs>
              </a:gsLst>
              <a:lin ang="5400000"/>
            </a:grad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6421702" y="6509385"/>
            <a:ext cx="1475823" cy="1278047"/>
            <a:chOff x="0" y="0"/>
            <a:chExt cx="1967764" cy="1704062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967764" cy="1704062"/>
            </a:xfrm>
            <a:custGeom>
              <a:avLst/>
              <a:gdLst/>
              <a:ahLst/>
              <a:cxnLst/>
              <a:rect r="r" b="b" t="t" l="l"/>
              <a:pathLst>
                <a:path h="1704062" w="1967764">
                  <a:moveTo>
                    <a:pt x="0" y="0"/>
                  </a:moveTo>
                  <a:lnTo>
                    <a:pt x="1967764" y="0"/>
                  </a:lnTo>
                  <a:lnTo>
                    <a:pt x="1967764" y="1704062"/>
                  </a:lnTo>
                  <a:lnTo>
                    <a:pt x="0" y="17040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39" id="39"/>
            <p:cNvGrpSpPr/>
            <p:nvPr/>
          </p:nvGrpSpPr>
          <p:grpSpPr>
            <a:xfrm rot="0">
              <a:off x="0" y="0"/>
              <a:ext cx="1967764" cy="1704062"/>
              <a:chOff x="0" y="0"/>
              <a:chExt cx="1967764" cy="1704062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1967764" cy="1704062"/>
              </a:xfrm>
              <a:custGeom>
                <a:avLst/>
                <a:gdLst/>
                <a:ahLst/>
                <a:cxnLst/>
                <a:rect r="r" b="b" t="t" l="l"/>
                <a:pathLst>
                  <a:path h="1704062" w="1967764">
                    <a:moveTo>
                      <a:pt x="0" y="0"/>
                    </a:moveTo>
                    <a:lnTo>
                      <a:pt x="1967764" y="0"/>
                    </a:lnTo>
                    <a:lnTo>
                      <a:pt x="1967764" y="1704062"/>
                    </a:lnTo>
                    <a:lnTo>
                      <a:pt x="0" y="1704062"/>
                    </a:lnTo>
                    <a:close/>
                  </a:path>
                </a:pathLst>
              </a:custGeom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-47625"/>
                <a:ext cx="1967764" cy="1751687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5346"/>
                  </a:lnSpc>
                </a:pPr>
                <a:r>
                  <a:rPr lang="en-US" sz="4950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03</a:t>
                </a:r>
              </a:p>
            </p:txBody>
          </p:sp>
        </p:grpSp>
      </p:grpSp>
      <p:grpSp>
        <p:nvGrpSpPr>
          <p:cNvPr name="Group 42" id="42"/>
          <p:cNvGrpSpPr/>
          <p:nvPr/>
        </p:nvGrpSpPr>
        <p:grpSpPr>
          <a:xfrm rot="0">
            <a:off x="3810006" y="7389582"/>
            <a:ext cx="1009768" cy="870049"/>
            <a:chOff x="0" y="0"/>
            <a:chExt cx="1346358" cy="1160066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346327" cy="1160018"/>
            </a:xfrm>
            <a:custGeom>
              <a:avLst/>
              <a:gdLst/>
              <a:ahLst/>
              <a:cxnLst/>
              <a:rect r="r" b="b" t="t" l="l"/>
              <a:pathLst>
                <a:path h="1160018" w="1346327">
                  <a:moveTo>
                    <a:pt x="0" y="580009"/>
                  </a:moveTo>
                  <a:lnTo>
                    <a:pt x="335280" y="0"/>
                  </a:lnTo>
                  <a:lnTo>
                    <a:pt x="1011047" y="0"/>
                  </a:lnTo>
                  <a:lnTo>
                    <a:pt x="1346327" y="580009"/>
                  </a:lnTo>
                  <a:lnTo>
                    <a:pt x="1011047" y="1160018"/>
                  </a:lnTo>
                  <a:lnTo>
                    <a:pt x="335280" y="1160018"/>
                  </a:lnTo>
                  <a:close/>
                </a:path>
              </a:pathLst>
            </a:custGeom>
            <a:solidFill>
              <a:srgbClr val="EECDCE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4051554" y="7368044"/>
            <a:ext cx="2193228" cy="1897400"/>
            <a:chOff x="0" y="0"/>
            <a:chExt cx="2924304" cy="252986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924302" cy="2529840"/>
            </a:xfrm>
            <a:custGeom>
              <a:avLst/>
              <a:gdLst/>
              <a:ahLst/>
              <a:cxnLst/>
              <a:rect r="r" b="b" t="t" l="l"/>
              <a:pathLst>
                <a:path h="2529840" w="2924302">
                  <a:moveTo>
                    <a:pt x="0" y="1264920"/>
                  </a:moveTo>
                  <a:lnTo>
                    <a:pt x="722757" y="0"/>
                  </a:lnTo>
                  <a:lnTo>
                    <a:pt x="2201545" y="0"/>
                  </a:lnTo>
                  <a:lnTo>
                    <a:pt x="2924302" y="1264920"/>
                  </a:lnTo>
                  <a:lnTo>
                    <a:pt x="2201545" y="2529840"/>
                  </a:lnTo>
                  <a:lnTo>
                    <a:pt x="722757" y="2529840"/>
                  </a:lnTo>
                  <a:close/>
                </a:path>
              </a:pathLst>
            </a:custGeom>
            <a:gradFill rotWithShape="true">
              <a:gsLst>
                <a:gs pos="0">
                  <a:srgbClr val="766B85">
                    <a:alpha val="100000"/>
                  </a:srgbClr>
                </a:gs>
                <a:gs pos="50000">
                  <a:srgbClr val="615276">
                    <a:alpha val="100000"/>
                  </a:srgbClr>
                </a:gs>
                <a:gs pos="100000">
                  <a:srgbClr val="554769">
                    <a:alpha val="100000"/>
                  </a:srgbClr>
                </a:gs>
              </a:gsLst>
              <a:lin ang="5400000"/>
            </a:gra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4410256" y="7677720"/>
            <a:ext cx="1475823" cy="1278047"/>
            <a:chOff x="0" y="0"/>
            <a:chExt cx="1967764" cy="1704062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967764" cy="1704062"/>
            </a:xfrm>
            <a:custGeom>
              <a:avLst/>
              <a:gdLst/>
              <a:ahLst/>
              <a:cxnLst/>
              <a:rect r="r" b="b" t="t" l="l"/>
              <a:pathLst>
                <a:path h="1704062" w="1967764">
                  <a:moveTo>
                    <a:pt x="0" y="0"/>
                  </a:moveTo>
                  <a:lnTo>
                    <a:pt x="1967764" y="0"/>
                  </a:lnTo>
                  <a:lnTo>
                    <a:pt x="1967764" y="1704062"/>
                  </a:lnTo>
                  <a:lnTo>
                    <a:pt x="0" y="17040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48" id="48"/>
            <p:cNvGrpSpPr/>
            <p:nvPr/>
          </p:nvGrpSpPr>
          <p:grpSpPr>
            <a:xfrm rot="0">
              <a:off x="0" y="0"/>
              <a:ext cx="1967764" cy="1704062"/>
              <a:chOff x="0" y="0"/>
              <a:chExt cx="1967764" cy="1704062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1967764" cy="1704062"/>
              </a:xfrm>
              <a:custGeom>
                <a:avLst/>
                <a:gdLst/>
                <a:ahLst/>
                <a:cxnLst/>
                <a:rect r="r" b="b" t="t" l="l"/>
                <a:pathLst>
                  <a:path h="1704062" w="1967764">
                    <a:moveTo>
                      <a:pt x="0" y="0"/>
                    </a:moveTo>
                    <a:lnTo>
                      <a:pt x="1967764" y="0"/>
                    </a:lnTo>
                    <a:lnTo>
                      <a:pt x="1967764" y="1704062"/>
                    </a:lnTo>
                    <a:lnTo>
                      <a:pt x="0" y="1704062"/>
                    </a:lnTo>
                    <a:close/>
                  </a:path>
                </a:pathLst>
              </a:custGeom>
            </p:spPr>
          </p:sp>
          <p:sp>
            <p:nvSpPr>
              <p:cNvPr name="TextBox 50" id="50"/>
              <p:cNvSpPr txBox="true"/>
              <p:nvPr/>
            </p:nvSpPr>
            <p:spPr>
              <a:xfrm>
                <a:off x="0" y="-47625"/>
                <a:ext cx="1967764" cy="1751687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5346"/>
                  </a:lnSpc>
                </a:pPr>
                <a:r>
                  <a:rPr lang="en-US" sz="4950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04</a:t>
                </a:r>
              </a:p>
            </p:txBody>
          </p:sp>
        </p:grpSp>
      </p:grpSp>
      <p:grpSp>
        <p:nvGrpSpPr>
          <p:cNvPr name="Group 51" id="51"/>
          <p:cNvGrpSpPr/>
          <p:nvPr/>
        </p:nvGrpSpPr>
        <p:grpSpPr>
          <a:xfrm rot="0">
            <a:off x="2612228" y="5763705"/>
            <a:ext cx="1009768" cy="870049"/>
            <a:chOff x="0" y="0"/>
            <a:chExt cx="1346358" cy="1160066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1346327" cy="1160018"/>
            </a:xfrm>
            <a:custGeom>
              <a:avLst/>
              <a:gdLst/>
              <a:ahLst/>
              <a:cxnLst/>
              <a:rect r="r" b="b" t="t" l="l"/>
              <a:pathLst>
                <a:path h="1160018" w="1346327">
                  <a:moveTo>
                    <a:pt x="0" y="580009"/>
                  </a:moveTo>
                  <a:lnTo>
                    <a:pt x="335280" y="0"/>
                  </a:lnTo>
                  <a:lnTo>
                    <a:pt x="1011047" y="0"/>
                  </a:lnTo>
                  <a:lnTo>
                    <a:pt x="1346327" y="580009"/>
                  </a:lnTo>
                  <a:lnTo>
                    <a:pt x="1011047" y="1160018"/>
                  </a:lnTo>
                  <a:lnTo>
                    <a:pt x="335280" y="1160018"/>
                  </a:lnTo>
                  <a:close/>
                </a:path>
              </a:pathLst>
            </a:custGeom>
            <a:solidFill>
              <a:srgbClr val="EECDCE"/>
            </a:solid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2030769" y="6201014"/>
            <a:ext cx="2193228" cy="1897400"/>
            <a:chOff x="0" y="0"/>
            <a:chExt cx="2924304" cy="2529866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2924302" cy="2529840"/>
            </a:xfrm>
            <a:custGeom>
              <a:avLst/>
              <a:gdLst/>
              <a:ahLst/>
              <a:cxnLst/>
              <a:rect r="r" b="b" t="t" l="l"/>
              <a:pathLst>
                <a:path h="2529840" w="2924302">
                  <a:moveTo>
                    <a:pt x="0" y="1264920"/>
                  </a:moveTo>
                  <a:lnTo>
                    <a:pt x="722757" y="0"/>
                  </a:lnTo>
                  <a:lnTo>
                    <a:pt x="2201545" y="0"/>
                  </a:lnTo>
                  <a:lnTo>
                    <a:pt x="2924302" y="1264920"/>
                  </a:lnTo>
                  <a:lnTo>
                    <a:pt x="2201545" y="2529840"/>
                  </a:lnTo>
                  <a:lnTo>
                    <a:pt x="722757" y="2529840"/>
                  </a:lnTo>
                  <a:close/>
                </a:path>
              </a:pathLst>
            </a:custGeom>
            <a:gradFill rotWithShape="true">
              <a:gsLst>
                <a:gs pos="0">
                  <a:srgbClr val="E87874">
                    <a:alpha val="100000"/>
                  </a:srgbClr>
                </a:gs>
                <a:gs pos="50000">
                  <a:srgbClr val="EB5C55">
                    <a:alpha val="100000"/>
                  </a:srgbClr>
                </a:gs>
                <a:gs pos="100000">
                  <a:srgbClr val="D84A43">
                    <a:alpha val="100000"/>
                  </a:srgbClr>
                </a:gs>
              </a:gsLst>
              <a:lin ang="5400000"/>
            </a:grad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2389472" y="6510690"/>
            <a:ext cx="1475823" cy="1278047"/>
            <a:chOff x="0" y="0"/>
            <a:chExt cx="1967764" cy="1704062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967764" cy="1704062"/>
            </a:xfrm>
            <a:custGeom>
              <a:avLst/>
              <a:gdLst/>
              <a:ahLst/>
              <a:cxnLst/>
              <a:rect r="r" b="b" t="t" l="l"/>
              <a:pathLst>
                <a:path h="1704062" w="1967764">
                  <a:moveTo>
                    <a:pt x="0" y="0"/>
                  </a:moveTo>
                  <a:lnTo>
                    <a:pt x="1967764" y="0"/>
                  </a:lnTo>
                  <a:lnTo>
                    <a:pt x="1967764" y="1704062"/>
                  </a:lnTo>
                  <a:lnTo>
                    <a:pt x="0" y="17040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57" id="57"/>
            <p:cNvGrpSpPr/>
            <p:nvPr/>
          </p:nvGrpSpPr>
          <p:grpSpPr>
            <a:xfrm rot="0">
              <a:off x="0" y="0"/>
              <a:ext cx="1967764" cy="1704062"/>
              <a:chOff x="0" y="0"/>
              <a:chExt cx="1967764" cy="1704062"/>
            </a:xfrm>
          </p:grpSpPr>
          <p:sp>
            <p:nvSpPr>
              <p:cNvPr name="Freeform 58" id="58"/>
              <p:cNvSpPr/>
              <p:nvPr/>
            </p:nvSpPr>
            <p:spPr>
              <a:xfrm flipH="false" flipV="false" rot="0">
                <a:off x="0" y="0"/>
                <a:ext cx="1967764" cy="1704062"/>
              </a:xfrm>
              <a:custGeom>
                <a:avLst/>
                <a:gdLst/>
                <a:ahLst/>
                <a:cxnLst/>
                <a:rect r="r" b="b" t="t" l="l"/>
                <a:pathLst>
                  <a:path h="1704062" w="1967764">
                    <a:moveTo>
                      <a:pt x="0" y="0"/>
                    </a:moveTo>
                    <a:lnTo>
                      <a:pt x="1967764" y="0"/>
                    </a:lnTo>
                    <a:lnTo>
                      <a:pt x="1967764" y="1704062"/>
                    </a:lnTo>
                    <a:lnTo>
                      <a:pt x="0" y="1704062"/>
                    </a:lnTo>
                    <a:close/>
                  </a:path>
                </a:pathLst>
              </a:custGeom>
            </p:spPr>
          </p:sp>
          <p:sp>
            <p:nvSpPr>
              <p:cNvPr name="TextBox 59" id="59"/>
              <p:cNvSpPr txBox="true"/>
              <p:nvPr/>
            </p:nvSpPr>
            <p:spPr>
              <a:xfrm>
                <a:off x="0" y="-47625"/>
                <a:ext cx="1967764" cy="1751687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5346"/>
                  </a:lnSpc>
                </a:pPr>
                <a:r>
                  <a:rPr lang="en-US" sz="4950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05</a:t>
                </a:r>
              </a:p>
            </p:txBody>
          </p:sp>
        </p:grpSp>
      </p:grpSp>
      <p:grpSp>
        <p:nvGrpSpPr>
          <p:cNvPr name="Group 60" id="60"/>
          <p:cNvGrpSpPr/>
          <p:nvPr/>
        </p:nvGrpSpPr>
        <p:grpSpPr>
          <a:xfrm rot="0">
            <a:off x="2030769" y="3902854"/>
            <a:ext cx="2193228" cy="1897400"/>
            <a:chOff x="0" y="0"/>
            <a:chExt cx="2924304" cy="2529866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924302" cy="2529840"/>
            </a:xfrm>
            <a:custGeom>
              <a:avLst/>
              <a:gdLst/>
              <a:ahLst/>
              <a:cxnLst/>
              <a:rect r="r" b="b" t="t" l="l"/>
              <a:pathLst>
                <a:path h="2529840" w="2924302">
                  <a:moveTo>
                    <a:pt x="0" y="1264920"/>
                  </a:moveTo>
                  <a:lnTo>
                    <a:pt x="722757" y="0"/>
                  </a:lnTo>
                  <a:lnTo>
                    <a:pt x="2201545" y="0"/>
                  </a:lnTo>
                  <a:lnTo>
                    <a:pt x="2924302" y="1264920"/>
                  </a:lnTo>
                  <a:lnTo>
                    <a:pt x="2201545" y="2529840"/>
                  </a:lnTo>
                  <a:lnTo>
                    <a:pt x="722757" y="2529840"/>
                  </a:lnTo>
                  <a:close/>
                </a:path>
              </a:pathLst>
            </a:custGeom>
            <a:gradFill rotWithShape="true">
              <a:gsLst>
                <a:gs pos="0">
                  <a:srgbClr val="D6595D">
                    <a:alpha val="100000"/>
                  </a:srgbClr>
                </a:gs>
                <a:gs pos="50000">
                  <a:srgbClr val="D82C35">
                    <a:alpha val="100000"/>
                  </a:srgbClr>
                </a:gs>
                <a:gs pos="100000">
                  <a:srgbClr val="C61F28">
                    <a:alpha val="100000"/>
                  </a:srgbClr>
                </a:gs>
              </a:gsLst>
              <a:lin ang="5400000"/>
            </a:gra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2389472" y="4212531"/>
            <a:ext cx="1475823" cy="1278047"/>
            <a:chOff x="0" y="0"/>
            <a:chExt cx="1967764" cy="1704062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967764" cy="1704062"/>
            </a:xfrm>
            <a:custGeom>
              <a:avLst/>
              <a:gdLst/>
              <a:ahLst/>
              <a:cxnLst/>
              <a:rect r="r" b="b" t="t" l="l"/>
              <a:pathLst>
                <a:path h="1704062" w="1967764">
                  <a:moveTo>
                    <a:pt x="0" y="0"/>
                  </a:moveTo>
                  <a:lnTo>
                    <a:pt x="1967764" y="0"/>
                  </a:lnTo>
                  <a:lnTo>
                    <a:pt x="1967764" y="1704062"/>
                  </a:lnTo>
                  <a:lnTo>
                    <a:pt x="0" y="17040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64" id="64"/>
            <p:cNvGrpSpPr/>
            <p:nvPr/>
          </p:nvGrpSpPr>
          <p:grpSpPr>
            <a:xfrm rot="0">
              <a:off x="0" y="0"/>
              <a:ext cx="1967764" cy="1704062"/>
              <a:chOff x="0" y="0"/>
              <a:chExt cx="1967764" cy="1704062"/>
            </a:xfrm>
          </p:grpSpPr>
          <p:sp>
            <p:nvSpPr>
              <p:cNvPr name="Freeform 65" id="65"/>
              <p:cNvSpPr/>
              <p:nvPr/>
            </p:nvSpPr>
            <p:spPr>
              <a:xfrm flipH="false" flipV="false" rot="0">
                <a:off x="0" y="0"/>
                <a:ext cx="1967764" cy="1704062"/>
              </a:xfrm>
              <a:custGeom>
                <a:avLst/>
                <a:gdLst/>
                <a:ahLst/>
                <a:cxnLst/>
                <a:rect r="r" b="b" t="t" l="l"/>
                <a:pathLst>
                  <a:path h="1704062" w="1967764">
                    <a:moveTo>
                      <a:pt x="0" y="0"/>
                    </a:moveTo>
                    <a:lnTo>
                      <a:pt x="1967764" y="0"/>
                    </a:lnTo>
                    <a:lnTo>
                      <a:pt x="1967764" y="1704062"/>
                    </a:lnTo>
                    <a:lnTo>
                      <a:pt x="0" y="1704062"/>
                    </a:lnTo>
                    <a:close/>
                  </a:path>
                </a:pathLst>
              </a:custGeom>
            </p:spPr>
          </p:sp>
          <p:sp>
            <p:nvSpPr>
              <p:cNvPr name="TextBox 66" id="66"/>
              <p:cNvSpPr txBox="true"/>
              <p:nvPr/>
            </p:nvSpPr>
            <p:spPr>
              <a:xfrm>
                <a:off x="0" y="-47625"/>
                <a:ext cx="1967764" cy="1751687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5346"/>
                  </a:lnSpc>
                </a:pPr>
                <a:r>
                  <a:rPr lang="en-US" sz="4950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06</a:t>
                </a:r>
              </a:p>
            </p:txBody>
          </p:sp>
        </p:grp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7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3483768"/>
            <a:ext cx="18288000" cy="6803232"/>
            <a:chOff x="0" y="0"/>
            <a:chExt cx="24384000" cy="90709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7"/>
              <a:ext cx="24384000" cy="9070968"/>
            </a:xfrm>
            <a:custGeom>
              <a:avLst/>
              <a:gdLst/>
              <a:ahLst/>
              <a:cxnLst/>
              <a:rect r="r" b="b" t="t" l="l"/>
              <a:pathLst>
                <a:path h="9070968" w="24384000">
                  <a:moveTo>
                    <a:pt x="12164568" y="120"/>
                  </a:moveTo>
                  <a:cubicBezTo>
                    <a:pt x="18175605" y="-20454"/>
                    <a:pt x="23202012" y="2617082"/>
                    <a:pt x="24373460" y="6142094"/>
                  </a:cubicBezTo>
                  <a:lnTo>
                    <a:pt x="24384000" y="6178543"/>
                  </a:lnTo>
                  <a:lnTo>
                    <a:pt x="24384000" y="9070968"/>
                  </a:lnTo>
                  <a:lnTo>
                    <a:pt x="0" y="9070968"/>
                  </a:lnTo>
                  <a:lnTo>
                    <a:pt x="0" y="6219310"/>
                  </a:lnTo>
                  <a:lnTo>
                    <a:pt x="134874" y="5851391"/>
                  </a:lnTo>
                  <a:cubicBezTo>
                    <a:pt x="1503426" y="2505957"/>
                    <a:pt x="6366002" y="19932"/>
                    <a:pt x="12164568" y="12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57300" y="502295"/>
            <a:ext cx="15773400" cy="1698353"/>
            <a:chOff x="0" y="0"/>
            <a:chExt cx="21031200" cy="226447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031200" cy="2264470"/>
            </a:xfrm>
            <a:custGeom>
              <a:avLst/>
              <a:gdLst/>
              <a:ahLst/>
              <a:cxnLst/>
              <a:rect r="r" b="b" t="t" l="l"/>
              <a:pathLst>
                <a:path h="2264470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2264470"/>
                  </a:lnTo>
                  <a:lnTo>
                    <a:pt x="0" y="2264470"/>
                  </a:lnTo>
                  <a:close/>
                </a:path>
              </a:pathLst>
            </a:custGeom>
          </p:spPr>
        </p:sp>
        <p:sp>
          <p:nvSpPr>
            <p:cNvPr name="TextBox 6" id="6"/>
            <p:cNvSpPr txBox="true"/>
            <p:nvPr/>
          </p:nvSpPr>
          <p:spPr>
            <a:xfrm>
              <a:off x="0" y="-66675"/>
              <a:ext cx="21031200" cy="2331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28"/>
                </a:lnSpc>
              </a:pPr>
              <a:r>
                <a:rPr lang="en-US" sz="6600" b="true">
                  <a:solidFill>
                    <a:srgbClr val="40355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</a:t>
              </a:r>
              <a:r>
                <a:rPr lang="en-US" sz="6600" b="true">
                  <a:solidFill>
                    <a:srgbClr val="40355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o‑To‑Market</a:t>
              </a: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1257300" y="3633298"/>
            <a:ext cx="14739168" cy="6970670"/>
          </a:xfrm>
          <a:custGeom>
            <a:avLst/>
            <a:gdLst/>
            <a:ahLst/>
            <a:cxnLst/>
            <a:rect r="r" b="b" t="t" l="l"/>
            <a:pathLst>
              <a:path h="6970670" w="14739168">
                <a:moveTo>
                  <a:pt x="0" y="0"/>
                </a:moveTo>
                <a:lnTo>
                  <a:pt x="14739168" y="0"/>
                </a:lnTo>
                <a:lnTo>
                  <a:pt x="14739168" y="6970670"/>
                </a:lnTo>
                <a:lnTo>
                  <a:pt x="0" y="69706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4271846" y="2069883"/>
            <a:ext cx="3665370" cy="2563815"/>
            <a:chOff x="0" y="0"/>
            <a:chExt cx="4887160" cy="34184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87214" cy="3418459"/>
            </a:xfrm>
            <a:custGeom>
              <a:avLst/>
              <a:gdLst/>
              <a:ahLst/>
              <a:cxnLst/>
              <a:rect r="r" b="b" t="t" l="l"/>
              <a:pathLst>
                <a:path h="3418459" w="4887214">
                  <a:moveTo>
                    <a:pt x="12700" y="0"/>
                  </a:moveTo>
                  <a:lnTo>
                    <a:pt x="4874514" y="0"/>
                  </a:lnTo>
                  <a:cubicBezTo>
                    <a:pt x="4881499" y="0"/>
                    <a:pt x="4887214" y="5715"/>
                    <a:pt x="4887214" y="12700"/>
                  </a:cubicBezTo>
                  <a:lnTo>
                    <a:pt x="4887214" y="3405759"/>
                  </a:lnTo>
                  <a:cubicBezTo>
                    <a:pt x="4887214" y="3412744"/>
                    <a:pt x="4881499" y="3418459"/>
                    <a:pt x="4874514" y="3418459"/>
                  </a:cubicBezTo>
                  <a:lnTo>
                    <a:pt x="12700" y="3418459"/>
                  </a:lnTo>
                  <a:cubicBezTo>
                    <a:pt x="5715" y="3418459"/>
                    <a:pt x="0" y="3412744"/>
                    <a:pt x="0" y="340575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405759"/>
                  </a:lnTo>
                  <a:lnTo>
                    <a:pt x="12700" y="3405759"/>
                  </a:lnTo>
                  <a:lnTo>
                    <a:pt x="12700" y="3393059"/>
                  </a:lnTo>
                  <a:lnTo>
                    <a:pt x="4874514" y="3393059"/>
                  </a:lnTo>
                  <a:lnTo>
                    <a:pt x="4874514" y="3405759"/>
                  </a:lnTo>
                  <a:lnTo>
                    <a:pt x="4861814" y="3405759"/>
                  </a:lnTo>
                  <a:lnTo>
                    <a:pt x="4861814" y="12700"/>
                  </a:lnTo>
                  <a:lnTo>
                    <a:pt x="4874514" y="12700"/>
                  </a:lnTo>
                  <a:lnTo>
                    <a:pt x="487451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2C2439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-7179310" y="636143"/>
              <a:ext cx="6786880" cy="4403725"/>
            </a:xfrm>
            <a:custGeom>
              <a:avLst/>
              <a:gdLst/>
              <a:ahLst/>
              <a:cxnLst/>
              <a:rect r="r" b="b" t="t" l="l"/>
              <a:pathLst>
                <a:path h="4403725" w="6786880">
                  <a:moveTo>
                    <a:pt x="6786880" y="25400"/>
                  </a:moveTo>
                  <a:lnTo>
                    <a:pt x="6381750" y="25400"/>
                  </a:lnTo>
                  <a:lnTo>
                    <a:pt x="6381750" y="12700"/>
                  </a:lnTo>
                  <a:lnTo>
                    <a:pt x="6388989" y="23114"/>
                  </a:lnTo>
                  <a:lnTo>
                    <a:pt x="14351" y="4403725"/>
                  </a:lnTo>
                  <a:lnTo>
                    <a:pt x="0" y="4382770"/>
                  </a:lnTo>
                  <a:lnTo>
                    <a:pt x="6374511" y="2286"/>
                  </a:lnTo>
                  <a:cubicBezTo>
                    <a:pt x="6376670" y="889"/>
                    <a:pt x="6379083" y="0"/>
                    <a:pt x="6381750" y="0"/>
                  </a:cubicBezTo>
                  <a:lnTo>
                    <a:pt x="6786880" y="0"/>
                  </a:lnTo>
                  <a:close/>
                </a:path>
              </a:pathLst>
            </a:custGeom>
            <a:solidFill>
              <a:srgbClr val="2C2439"/>
            </a:solid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13893418" y="1330986"/>
            <a:ext cx="3977786" cy="3252840"/>
          </a:xfrm>
          <a:custGeom>
            <a:avLst/>
            <a:gdLst/>
            <a:ahLst/>
            <a:cxnLst/>
            <a:rect r="r" b="b" t="t" l="l"/>
            <a:pathLst>
              <a:path h="3252840" w="3977786">
                <a:moveTo>
                  <a:pt x="0" y="0"/>
                </a:moveTo>
                <a:lnTo>
                  <a:pt x="3977786" y="0"/>
                </a:lnTo>
                <a:lnTo>
                  <a:pt x="3977786" y="3252840"/>
                </a:lnTo>
                <a:lnTo>
                  <a:pt x="0" y="325284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14277181" y="2479284"/>
            <a:ext cx="3210261" cy="1431161"/>
            <a:chOff x="0" y="0"/>
            <a:chExt cx="4280348" cy="190821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280348" cy="1908214"/>
            </a:xfrm>
            <a:custGeom>
              <a:avLst/>
              <a:gdLst/>
              <a:ahLst/>
              <a:cxnLst/>
              <a:rect r="r" b="b" t="t" l="l"/>
              <a:pathLst>
                <a:path h="1908214" w="4280348">
                  <a:moveTo>
                    <a:pt x="0" y="0"/>
                  </a:moveTo>
                  <a:lnTo>
                    <a:pt x="4280348" y="0"/>
                  </a:lnTo>
                  <a:lnTo>
                    <a:pt x="4280348" y="1908214"/>
                  </a:lnTo>
                  <a:lnTo>
                    <a:pt x="0" y="1908214"/>
                  </a:lnTo>
                  <a:close/>
                </a:path>
              </a:pathLst>
            </a:custGeom>
          </p:spPr>
        </p:sp>
        <p:sp>
          <p:nvSpPr>
            <p:cNvPr name="TextBox 14" id="14"/>
            <p:cNvSpPr txBox="true"/>
            <p:nvPr/>
          </p:nvSpPr>
          <p:spPr>
            <a:xfrm>
              <a:off x="0" y="-47625"/>
              <a:ext cx="4280348" cy="1955839"/>
            </a:xfrm>
            <a:prstGeom prst="rect">
              <a:avLst/>
            </a:prstGeom>
          </p:spPr>
          <p:txBody>
            <a:bodyPr anchor="t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Self‑serve web beta; community growth via Discord/Reddit/anime subs, WebNovel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10847539" y="5348102"/>
            <a:ext cx="37719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  <a:spcBef>
                <a:spcPct val="0"/>
              </a:spcBef>
            </a:pPr>
            <a:r>
              <a:rPr lang="en-US" b="true" sz="18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Outreach to Webtoon/Tapas creators; university anime/manga clubs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781522" y="5481452"/>
            <a:ext cx="2238556" cy="1104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  <a:spcBef>
                <a:spcPct val="0"/>
              </a:spcBef>
            </a:pPr>
            <a:r>
              <a:rPr lang="en-US" b="true" sz="18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YouTube/TikTok creator partnerships; publisher pilots in progress.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57300" y="502295"/>
            <a:ext cx="15773400" cy="1698353"/>
            <a:chOff x="0" y="0"/>
            <a:chExt cx="21031200" cy="226447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031200" cy="2264470"/>
            </a:xfrm>
            <a:custGeom>
              <a:avLst/>
              <a:gdLst/>
              <a:ahLst/>
              <a:cxnLst/>
              <a:rect r="r" b="b" t="t" l="l"/>
              <a:pathLst>
                <a:path h="2264470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2264470"/>
                  </a:lnTo>
                  <a:lnTo>
                    <a:pt x="0" y="2264470"/>
                  </a:lnTo>
                  <a:close/>
                </a:path>
              </a:pathLst>
            </a:custGeom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21031200" cy="2331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28"/>
                </a:lnSpc>
              </a:pPr>
              <a:r>
                <a:rPr lang="en-US" sz="6600" b="true">
                  <a:solidFill>
                    <a:srgbClr val="40355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</a:t>
              </a:r>
              <a:r>
                <a:rPr lang="en-US" sz="6600" b="true">
                  <a:solidFill>
                    <a:srgbClr val="40355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raction &amp; Team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57300" y="2335188"/>
            <a:ext cx="15773400" cy="6930256"/>
            <a:chOff x="0" y="0"/>
            <a:chExt cx="21031200" cy="924034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031200" cy="9240342"/>
            </a:xfrm>
            <a:custGeom>
              <a:avLst/>
              <a:gdLst/>
              <a:ahLst/>
              <a:cxnLst/>
              <a:rect r="r" b="b" t="t" l="l"/>
              <a:pathLst>
                <a:path h="9240342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9240342"/>
                  </a:lnTo>
                  <a:lnTo>
                    <a:pt x="0" y="9240342"/>
                  </a:lnTo>
                  <a:close/>
                </a:path>
              </a:pathLst>
            </a:custGeom>
          </p:spPr>
        </p:sp>
        <p:sp>
          <p:nvSpPr>
            <p:cNvPr name="TextBox 7" id="7"/>
            <p:cNvSpPr txBox="true"/>
            <p:nvPr/>
          </p:nvSpPr>
          <p:spPr>
            <a:xfrm>
              <a:off x="0" y="38100"/>
              <a:ext cx="21031200" cy="9202242"/>
            </a:xfrm>
            <a:prstGeom prst="rect">
              <a:avLst/>
            </a:prstGeom>
          </p:spPr>
          <p:txBody>
            <a:bodyPr anchor="t" rtlCol="false" tIns="0" lIns="0" bIns="0" rIns="0"/>
            <a:lstStyle/>
            <a:p>
              <a:pPr algn="l" marL="646081" indent="-323040" lvl="1">
                <a:lnSpc>
                  <a:spcPts val="3084"/>
                </a:lnSpc>
                <a:buFont typeface="Arial"/>
                <a:buChar char="•"/>
              </a:pPr>
              <a:r>
                <a:rPr lang="en-US" b="true" sz="3570">
                  <a:solidFill>
                    <a:srgbClr val="40355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Abdulazizbek Gainazarov</a:t>
              </a:r>
              <a:r>
                <a:rPr lang="en-US" sz="3570">
                  <a:solidFill>
                    <a:srgbClr val="40355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</a:t>
              </a:r>
              <a:r>
                <a:rPr lang="en-US" sz="3570">
                  <a:solidFill>
                    <a:srgbClr val="40355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– Data Scientist:</a:t>
              </a:r>
            </a:p>
            <a:p>
              <a:pPr algn="l" marL="1239309" indent="-413103" lvl="2">
                <a:lnSpc>
                  <a:spcPts val="2643"/>
                </a:lnSpc>
                <a:buFont typeface="Arial"/>
                <a:buChar char="⚬"/>
              </a:pPr>
              <a:r>
                <a:rPr lang="en-US" sz="3060">
                  <a:solidFill>
                    <a:srgbClr val="40355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Work at WizzAir</a:t>
              </a:r>
            </a:p>
            <a:p>
              <a:pPr algn="l" marL="1239583" indent="-413194" lvl="2">
                <a:lnSpc>
                  <a:spcPts val="2643"/>
                </a:lnSpc>
                <a:buFont typeface="Arial"/>
                <a:buChar char="⚬"/>
              </a:pPr>
              <a:r>
                <a:rPr lang="en-US" sz="3060">
                  <a:solidFill>
                    <a:srgbClr val="40355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Education: Bachelor’s Degree, Computer Science</a:t>
              </a:r>
            </a:p>
            <a:p>
              <a:pPr algn="l" marL="1239583" indent="-413194" lvl="2">
                <a:lnSpc>
                  <a:spcPts val="2643"/>
                </a:lnSpc>
              </a:pPr>
            </a:p>
            <a:p>
              <a:pPr algn="l" marL="646081" indent="-323040" lvl="1">
                <a:lnSpc>
                  <a:spcPts val="3084"/>
                </a:lnSpc>
                <a:buFont typeface="Arial"/>
                <a:buChar char="•"/>
              </a:pPr>
              <a:r>
                <a:rPr lang="en-US" b="true" sz="3570" u="sng">
                  <a:solidFill>
                    <a:srgbClr val="403551"/>
                  </a:solidFill>
                  <a:latin typeface="Calibri (MS) Bold"/>
                  <a:ea typeface="Calibri (MS) Bold"/>
                  <a:cs typeface="Calibri (MS) Bold"/>
                  <a:sym typeface="Calibri (MS) Bold"/>
                  <a:hlinkClick r:id="rId3" tooltip="https://www.linkedin.com/in/balintdecsi4b6b53183/"/>
                </a:rPr>
                <a:t>Bálint Décsi</a:t>
              </a:r>
              <a:r>
                <a:rPr lang="en-US" b="true" sz="3570">
                  <a:solidFill>
                    <a:srgbClr val="40355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3570">
                  <a:solidFill>
                    <a:srgbClr val="40355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– Data Engineer</a:t>
              </a:r>
              <a:r>
                <a:rPr lang="en-US" b="true" sz="3570">
                  <a:solidFill>
                    <a:srgbClr val="40355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:</a:t>
              </a:r>
            </a:p>
            <a:p>
              <a:pPr algn="l" marL="1239309" indent="-413103" lvl="2">
                <a:lnSpc>
                  <a:spcPts val="2643"/>
                </a:lnSpc>
                <a:buFont typeface="Arial"/>
                <a:buChar char="⚬"/>
              </a:pPr>
              <a:r>
                <a:rPr lang="en-US" sz="3060">
                  <a:solidFill>
                    <a:srgbClr val="40355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Work: Deutsche Telekom IT Solutions HU</a:t>
              </a:r>
            </a:p>
            <a:p>
              <a:pPr algn="l" marL="1239309" indent="-413103" lvl="2">
                <a:lnSpc>
                  <a:spcPts val="2643"/>
                </a:lnSpc>
                <a:buFont typeface="Arial"/>
                <a:buChar char="⚬"/>
              </a:pPr>
              <a:r>
                <a:rPr lang="en-US" sz="3060">
                  <a:solidFill>
                    <a:srgbClr val="40355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Education: </a:t>
              </a:r>
              <a:r>
                <a:rPr lang="en-US" sz="3060" u="sng">
                  <a:solidFill>
                    <a:srgbClr val="403551"/>
                  </a:solidFill>
                  <a:latin typeface="Calibri (MS)"/>
                  <a:ea typeface="Calibri (MS)"/>
                  <a:cs typeface="Calibri (MS)"/>
                  <a:sym typeface="Calibri (MS)"/>
                  <a:hlinkClick r:id="rId4" tooltip="https://www.linkedin.com/company/15093580/"/>
                </a:rPr>
                <a:t>Master's degree, Data science for machine learning</a:t>
              </a:r>
            </a:p>
            <a:p>
              <a:pPr algn="l">
                <a:lnSpc>
                  <a:spcPts val="2643"/>
                </a:lnSpc>
              </a:pPr>
            </a:p>
            <a:p>
              <a:pPr algn="l" marL="660654" indent="-330327" lvl="1">
                <a:lnSpc>
                  <a:spcPts val="2643"/>
                </a:lnSpc>
                <a:buFont typeface="Arial"/>
                <a:buChar char="•"/>
              </a:pPr>
              <a:r>
                <a:rPr lang="en-US" b="true" sz="3060" u="sng">
                  <a:solidFill>
                    <a:srgbClr val="40355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MVP:</a:t>
              </a:r>
            </a:p>
            <a:p>
              <a:pPr algn="l" marL="1321308" indent="-440436" lvl="2">
                <a:lnSpc>
                  <a:spcPts val="2643"/>
                </a:lnSpc>
                <a:buFont typeface="Arial"/>
                <a:buChar char="⚬"/>
              </a:pPr>
              <a:r>
                <a:rPr lang="en-US" sz="3060" u="sng">
                  <a:solidFill>
                    <a:srgbClr val="40355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</a:t>
              </a:r>
              <a:r>
                <a:rPr lang="en-US" sz="3060" u="sng">
                  <a:solidFill>
                    <a:srgbClr val="40355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upports 1 manga style + basic children’s storybooks; </a:t>
              </a:r>
            </a:p>
            <a:p>
              <a:pPr algn="l" marL="1321308" indent="-440436" lvl="2">
                <a:lnSpc>
                  <a:spcPts val="2643"/>
                </a:lnSpc>
                <a:buFont typeface="Arial"/>
                <a:buChar char="⚬"/>
              </a:pPr>
              <a:r>
                <a:rPr lang="en-US" sz="3060" u="sng">
                  <a:solidFill>
                    <a:srgbClr val="40355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20 chapters generated; </a:t>
              </a:r>
            </a:p>
            <a:p>
              <a:pPr algn="l" marL="1321308" indent="-440436" lvl="2">
                <a:lnSpc>
                  <a:spcPts val="2643"/>
                </a:lnSpc>
                <a:buFont typeface="Arial"/>
                <a:buChar char="⚬"/>
              </a:pPr>
              <a:r>
                <a:rPr lang="en-US" sz="3060" u="sng">
                  <a:solidFill>
                    <a:srgbClr val="40355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</a:t>
              </a:r>
              <a:r>
                <a:rPr lang="en-US" sz="3060" u="sng">
                  <a:solidFill>
                    <a:srgbClr val="40355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aitlist 20; pilots in progress.</a:t>
              </a:r>
            </a:p>
            <a:p>
              <a:pPr algn="l" marL="1321308" indent="-440436" lvl="2">
                <a:lnSpc>
                  <a:spcPts val="2643"/>
                </a:lnSpc>
                <a:buFont typeface="Arial"/>
                <a:buChar char="⚬"/>
              </a:pPr>
              <a:r>
                <a:rPr lang="en-US" sz="3060" u="sng">
                  <a:solidFill>
                    <a:srgbClr val="40355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Demo: sample PDF linked;</a:t>
              </a:r>
            </a:p>
            <a:p>
              <a:pPr algn="l" marL="1321308" indent="-440436" lvl="2">
                <a:lnSpc>
                  <a:spcPts val="2643"/>
                </a:lnSpc>
                <a:buFont typeface="Arial"/>
                <a:buChar char="⚬"/>
              </a:pPr>
              <a:r>
                <a:rPr lang="en-US" sz="3060" u="sng">
                  <a:solidFill>
                    <a:srgbClr val="40355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</a:t>
              </a:r>
              <a:r>
                <a:rPr lang="en-US" sz="3060" u="sng">
                  <a:solidFill>
                    <a:srgbClr val="40355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ublic web beta 1 month</a:t>
              </a:r>
            </a:p>
            <a:p>
              <a:pPr algn="l" marL="1321308" indent="-440436" lvl="2">
                <a:lnSpc>
                  <a:spcPts val="2643"/>
                </a:lnSpc>
                <a:buFont typeface="Arial"/>
                <a:buChar char="⚬"/>
              </a:pPr>
              <a:r>
                <a:rPr lang="en-US" sz="3060" u="sng">
                  <a:solidFill>
                    <a:srgbClr val="40355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</a:t>
              </a:r>
              <a:r>
                <a:rPr lang="en-US" sz="3060" u="sng">
                  <a:solidFill>
                    <a:srgbClr val="40355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ore styles and 10k‑word runs this year</a:t>
              </a:r>
            </a:p>
            <a:p>
              <a:pPr algn="l">
                <a:lnSpc>
                  <a:spcPts val="2643"/>
                </a:lnSpc>
              </a:pPr>
            </a:p>
            <a:p>
              <a:pPr algn="l">
                <a:lnSpc>
                  <a:spcPts val="2643"/>
                </a:lnSpc>
              </a:pPr>
            </a:p>
          </p:txBody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485296" y="-9524"/>
            <a:ext cx="5812230" cy="6296530"/>
            <a:chOff x="0" y="0"/>
            <a:chExt cx="7749640" cy="839537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745" y="12700"/>
              <a:ext cx="7724222" cy="8369976"/>
            </a:xfrm>
            <a:custGeom>
              <a:avLst/>
              <a:gdLst/>
              <a:ahLst/>
              <a:cxnLst/>
              <a:rect r="r" b="b" t="t" l="l"/>
              <a:pathLst>
                <a:path h="8369976" w="7724222">
                  <a:moveTo>
                    <a:pt x="145243" y="0"/>
                  </a:moveTo>
                  <a:lnTo>
                    <a:pt x="7724222" y="0"/>
                  </a:lnTo>
                  <a:lnTo>
                    <a:pt x="7724222" y="8037322"/>
                  </a:lnTo>
                  <a:lnTo>
                    <a:pt x="7699584" y="8054848"/>
                  </a:lnTo>
                  <a:cubicBezTo>
                    <a:pt x="7439361" y="8219948"/>
                    <a:pt x="7146754" y="8325865"/>
                    <a:pt x="6818458" y="8358886"/>
                  </a:cubicBezTo>
                  <a:cubicBezTo>
                    <a:pt x="4192479" y="8622538"/>
                    <a:pt x="278212" y="4122420"/>
                    <a:pt x="23450" y="1572133"/>
                  </a:cubicBezTo>
                  <a:cubicBezTo>
                    <a:pt x="-25191" y="1094105"/>
                    <a:pt x="2876" y="625475"/>
                    <a:pt x="97999" y="177800"/>
                  </a:cubicBezTo>
                  <a:close/>
                </a:path>
              </a:pathLst>
            </a:custGeom>
            <a:solidFill>
              <a:srgbClr val="E4625C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076238" y="-9525"/>
            <a:ext cx="7221288" cy="6045243"/>
            <a:chOff x="0" y="0"/>
            <a:chExt cx="9628384" cy="806032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12668" y="12700"/>
              <a:ext cx="9603010" cy="8034960"/>
            </a:xfrm>
            <a:custGeom>
              <a:avLst/>
              <a:gdLst/>
              <a:ahLst/>
              <a:cxnLst/>
              <a:rect r="r" b="b" t="t" l="l"/>
              <a:pathLst>
                <a:path h="8034960" w="9603010">
                  <a:moveTo>
                    <a:pt x="4126897" y="0"/>
                  </a:moveTo>
                  <a:lnTo>
                    <a:pt x="9603010" y="0"/>
                  </a:lnTo>
                  <a:lnTo>
                    <a:pt x="9603010" y="7241286"/>
                  </a:lnTo>
                  <a:lnTo>
                    <a:pt x="9081548" y="7432167"/>
                  </a:lnTo>
                  <a:cubicBezTo>
                    <a:pt x="8467630" y="7638288"/>
                    <a:pt x="7867429" y="7785100"/>
                    <a:pt x="7326281" y="7873238"/>
                  </a:cubicBezTo>
                  <a:cubicBezTo>
                    <a:pt x="4441095" y="8342884"/>
                    <a:pt x="947325" y="7797165"/>
                    <a:pt x="177832" y="6137402"/>
                  </a:cubicBezTo>
                  <a:cubicBezTo>
                    <a:pt x="-620744" y="4419473"/>
                    <a:pt x="1388777" y="1798320"/>
                    <a:pt x="3838480" y="178181"/>
                  </a:cubicBezTo>
                  <a:close/>
                </a:path>
              </a:pathLst>
            </a:custGeom>
            <a:solidFill>
              <a:srgbClr val="8DB1C4">
                <a:alpha val="63922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087456" y="5791926"/>
            <a:ext cx="1210071" cy="1793321"/>
            <a:chOff x="0" y="0"/>
            <a:chExt cx="1613428" cy="239109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12615" y="12700"/>
              <a:ext cx="1588093" cy="2365638"/>
            </a:xfrm>
            <a:custGeom>
              <a:avLst/>
              <a:gdLst/>
              <a:ahLst/>
              <a:cxnLst/>
              <a:rect r="r" b="b" t="t" l="l"/>
              <a:pathLst>
                <a:path h="2365638" w="1588093">
                  <a:moveTo>
                    <a:pt x="1588093" y="0"/>
                  </a:moveTo>
                  <a:lnTo>
                    <a:pt x="1588093" y="2253996"/>
                  </a:lnTo>
                  <a:lnTo>
                    <a:pt x="1544913" y="2268728"/>
                  </a:lnTo>
                  <a:cubicBezTo>
                    <a:pt x="993225" y="2417699"/>
                    <a:pt x="390991" y="2395728"/>
                    <a:pt x="178520" y="2197227"/>
                  </a:cubicBezTo>
                  <a:cubicBezTo>
                    <a:pt x="-161586" y="1879727"/>
                    <a:pt x="-423" y="1159383"/>
                    <a:pt x="531834" y="591312"/>
                  </a:cubicBezTo>
                  <a:cubicBezTo>
                    <a:pt x="798153" y="309499"/>
                    <a:pt x="1107906" y="118237"/>
                    <a:pt x="1393656" y="37084"/>
                  </a:cubicBezTo>
                  <a:close/>
                </a:path>
              </a:pathLst>
            </a:custGeom>
            <a:solidFill>
              <a:srgbClr val="403551">
                <a:alpha val="63922"/>
              </a:srgbClr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5199468" y="7464609"/>
            <a:ext cx="925790" cy="882654"/>
            <a:chOff x="0" y="0"/>
            <a:chExt cx="1234386" cy="11768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12671" y="12711"/>
              <a:ext cx="1208979" cy="1151483"/>
            </a:xfrm>
            <a:custGeom>
              <a:avLst/>
              <a:gdLst/>
              <a:ahLst/>
              <a:cxnLst/>
              <a:rect r="r" b="b" t="t" l="l"/>
              <a:pathLst>
                <a:path h="1151483" w="1208979">
                  <a:moveTo>
                    <a:pt x="25302" y="153786"/>
                  </a:moveTo>
                  <a:cubicBezTo>
                    <a:pt x="-77568" y="346191"/>
                    <a:pt x="146079" y="927724"/>
                    <a:pt x="463706" y="1102095"/>
                  </a:cubicBezTo>
                  <a:cubicBezTo>
                    <a:pt x="781333" y="1272148"/>
                    <a:pt x="1076608" y="963411"/>
                    <a:pt x="1179478" y="775578"/>
                  </a:cubicBezTo>
                  <a:cubicBezTo>
                    <a:pt x="1282348" y="583173"/>
                    <a:pt x="1107850" y="292470"/>
                    <a:pt x="785778" y="122417"/>
                  </a:cubicBezTo>
                  <a:cubicBezTo>
                    <a:pt x="468151" y="-52081"/>
                    <a:pt x="128172" y="-38619"/>
                    <a:pt x="25302" y="153786"/>
                  </a:cubicBezTo>
                  <a:close/>
                </a:path>
              </a:pathLst>
            </a:custGeom>
            <a:solidFill>
              <a:srgbClr val="D0343C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766051" y="246383"/>
            <a:ext cx="12205757" cy="1871494"/>
            <a:chOff x="0" y="0"/>
            <a:chExt cx="16274343" cy="249532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6274343" cy="2495325"/>
            </a:xfrm>
            <a:custGeom>
              <a:avLst/>
              <a:gdLst/>
              <a:ahLst/>
              <a:cxnLst/>
              <a:rect r="r" b="b" t="t" l="l"/>
              <a:pathLst>
                <a:path h="2495325" w="16274343">
                  <a:moveTo>
                    <a:pt x="0" y="0"/>
                  </a:moveTo>
                  <a:lnTo>
                    <a:pt x="16274343" y="0"/>
                  </a:lnTo>
                  <a:lnTo>
                    <a:pt x="16274343" y="2495325"/>
                  </a:lnTo>
                  <a:lnTo>
                    <a:pt x="0" y="2495325"/>
                  </a:lnTo>
                  <a:close/>
                </a:path>
              </a:pathLst>
            </a:custGeom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16274343" cy="2581050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9720"/>
                </a:lnSpc>
              </a:pPr>
              <a:r>
                <a:rPr lang="en-US" sz="9000" b="true">
                  <a:solidFill>
                    <a:srgbClr val="3D414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Roadmap, Results &amp; Ask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569065" y="2710883"/>
            <a:ext cx="12402743" cy="6547417"/>
            <a:chOff x="0" y="0"/>
            <a:chExt cx="16536991" cy="8729889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6536992" cy="8729889"/>
            </a:xfrm>
            <a:custGeom>
              <a:avLst/>
              <a:gdLst/>
              <a:ahLst/>
              <a:cxnLst/>
              <a:rect r="r" b="b" t="t" l="l"/>
              <a:pathLst>
                <a:path h="8729889" w="16536992">
                  <a:moveTo>
                    <a:pt x="0" y="0"/>
                  </a:moveTo>
                  <a:lnTo>
                    <a:pt x="16536992" y="0"/>
                  </a:lnTo>
                  <a:lnTo>
                    <a:pt x="16536992" y="8729889"/>
                  </a:lnTo>
                  <a:lnTo>
                    <a:pt x="0" y="8729889"/>
                  </a:lnTo>
                  <a:close/>
                </a:path>
              </a:pathLst>
            </a:custGeom>
          </p:spPr>
        </p:sp>
        <p:sp>
          <p:nvSpPr>
            <p:cNvPr name="TextBox 15" id="15"/>
            <p:cNvSpPr txBox="true"/>
            <p:nvPr/>
          </p:nvSpPr>
          <p:spPr>
            <a:xfrm>
              <a:off x="0" y="-19050"/>
              <a:ext cx="16536991" cy="8748939"/>
            </a:xfrm>
            <a:prstGeom prst="rect">
              <a:avLst/>
            </a:prstGeom>
          </p:spPr>
          <p:txBody>
            <a:bodyPr anchor="t" rtlCol="false" tIns="0" lIns="0" bIns="0" rIns="0"/>
            <a:lstStyle/>
            <a:p>
              <a:pPr algn="l" marL="777240" indent="-388620" lvl="1">
                <a:lnSpc>
                  <a:spcPts val="3888"/>
                </a:lnSpc>
                <a:buFont typeface="Arial"/>
                <a:buChar char="•"/>
              </a:pPr>
              <a:r>
                <a:rPr lang="en-US" b="true" sz="3600">
                  <a:solidFill>
                    <a:srgbClr val="3B383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0–6 mo: Public beta, 10+ styles, 20‑page chapters, </a:t>
              </a:r>
            </a:p>
            <a:p>
              <a:pPr algn="l">
                <a:lnSpc>
                  <a:spcPts val="3888"/>
                </a:lnSpc>
              </a:pPr>
              <a:r>
                <a:rPr lang="en-US" sz="3600" b="true">
                  <a:solidFill>
                    <a:srgbClr val="3B383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      </a:t>
              </a:r>
              <a:r>
                <a:rPr lang="en-US" sz="3600" b="true">
                  <a:solidFill>
                    <a:srgbClr val="3B383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10k‑word runs, EN↔JP;</a:t>
              </a:r>
            </a:p>
            <a:p>
              <a:pPr algn="l">
                <a:lnSpc>
                  <a:spcPts val="3888"/>
                </a:lnSpc>
              </a:pPr>
            </a:p>
            <a:p>
              <a:pPr algn="l" marL="777240" indent="-388620" lvl="1">
                <a:lnSpc>
                  <a:spcPts val="3888"/>
                </a:lnSpc>
                <a:buFont typeface="Arial"/>
                <a:buChar char="•"/>
              </a:pPr>
              <a:r>
                <a:rPr lang="en-US" b="true" sz="3600">
                  <a:solidFill>
                    <a:srgbClr val="3B383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6–24 mo: style marketplace, exports, publisher </a:t>
              </a:r>
            </a:p>
            <a:p>
              <a:pPr algn="l">
                <a:lnSpc>
                  <a:spcPts val="3888"/>
                </a:lnSpc>
              </a:pPr>
              <a:r>
                <a:rPr lang="en-US" sz="3600" b="true">
                  <a:solidFill>
                    <a:srgbClr val="3B383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      </a:t>
              </a:r>
              <a:r>
                <a:rPr lang="en-US" sz="3600" b="true">
                  <a:solidFill>
                    <a:srgbClr val="3B383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API pilots; visual‑novel builder, early video/animatics.</a:t>
              </a:r>
            </a:p>
            <a:p>
              <a:pPr algn="l">
                <a:lnSpc>
                  <a:spcPts val="3888"/>
                </a:lnSpc>
              </a:pPr>
            </a:p>
            <a:p>
              <a:pPr algn="l" marL="777240" indent="-388620" lvl="1">
                <a:lnSpc>
                  <a:spcPts val="3888"/>
                </a:lnSpc>
                <a:buFont typeface="Arial"/>
                <a:buChar char="•"/>
              </a:pPr>
              <a:r>
                <a:rPr lang="en-US" b="true" sz="3600">
                  <a:solidFill>
                    <a:srgbClr val="3B383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Outcomes: </a:t>
              </a:r>
            </a:p>
            <a:p>
              <a:pPr algn="l">
                <a:lnSpc>
                  <a:spcPts val="3888"/>
                </a:lnSpc>
              </a:pPr>
              <a:r>
                <a:rPr lang="en-US" sz="3600" b="true">
                  <a:solidFill>
                    <a:srgbClr val="3B383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       </a:t>
              </a:r>
              <a:r>
                <a:rPr lang="en-US" sz="3600" b="true">
                  <a:solidFill>
                    <a:srgbClr val="3B383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Y1 ~1,500 paying creators, ~5 publisher pilots, ARR ~$300k; </a:t>
              </a:r>
            </a:p>
            <a:p>
              <a:pPr algn="l">
                <a:lnSpc>
                  <a:spcPts val="3888"/>
                </a:lnSpc>
              </a:pPr>
              <a:r>
                <a:rPr lang="en-US" sz="3600" b="true">
                  <a:solidFill>
                    <a:srgbClr val="3B383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       </a:t>
              </a:r>
              <a:r>
                <a:rPr lang="en-US" sz="3600" b="true">
                  <a:solidFill>
                    <a:srgbClr val="3B383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Y2 ~6,000/15, ~$1.6M; </a:t>
              </a:r>
            </a:p>
            <a:p>
              <a:pPr algn="l">
                <a:lnSpc>
                  <a:spcPts val="3888"/>
                </a:lnSpc>
              </a:pPr>
              <a:r>
                <a:rPr lang="en-US" sz="3600" b="true">
                  <a:solidFill>
                    <a:srgbClr val="3B383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       </a:t>
              </a:r>
              <a:r>
                <a:rPr lang="en-US" sz="3600" b="true">
                  <a:solidFill>
                    <a:srgbClr val="3B383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Y3 ~20,000/40, ~$6M.</a:t>
              </a:r>
            </a:p>
            <a:p>
              <a:pPr algn="l">
                <a:lnSpc>
                  <a:spcPts val="3888"/>
                </a:lnSpc>
              </a:pPr>
            </a:p>
            <a:p>
              <a:pPr algn="l" marL="777240" indent="-388620" lvl="1">
                <a:lnSpc>
                  <a:spcPts val="3888"/>
                </a:lnSpc>
                <a:buFont typeface="Arial"/>
                <a:buChar char="•"/>
              </a:pPr>
              <a:r>
                <a:rPr lang="en-US" b="true" sz="3600">
                  <a:solidFill>
                    <a:srgbClr val="3B383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we need: $15k in API or GPU credits, publisher intros, legal regulations advice;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0" y="10496372"/>
            <a:ext cx="8101161" cy="461666"/>
            <a:chOff x="0" y="0"/>
            <a:chExt cx="10801548" cy="61555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801548" cy="615554"/>
            </a:xfrm>
            <a:custGeom>
              <a:avLst/>
              <a:gdLst/>
              <a:ahLst/>
              <a:cxnLst/>
              <a:rect r="r" b="b" t="t" l="l"/>
              <a:pathLst>
                <a:path h="615554" w="10801548">
                  <a:moveTo>
                    <a:pt x="0" y="0"/>
                  </a:moveTo>
                  <a:lnTo>
                    <a:pt x="10801548" y="0"/>
                  </a:lnTo>
                  <a:lnTo>
                    <a:pt x="10801548" y="615554"/>
                  </a:lnTo>
                  <a:lnTo>
                    <a:pt x="0" y="615554"/>
                  </a:lnTo>
                  <a:close/>
                </a:path>
              </a:pathLst>
            </a:custGeom>
          </p:spPr>
        </p:sp>
        <p:sp>
          <p:nvSpPr>
            <p:cNvPr name="TextBox 18" id="18"/>
            <p:cNvSpPr txBox="true"/>
            <p:nvPr/>
          </p:nvSpPr>
          <p:spPr>
            <a:xfrm>
              <a:off x="0" y="-47625"/>
              <a:ext cx="10801548" cy="663179"/>
            </a:xfrm>
            <a:prstGeom prst="rect">
              <a:avLst/>
            </a:prstGeom>
          </p:spPr>
          <p:txBody>
            <a:bodyPr anchor="t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A6A6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Photo credit</a:t>
              </a:r>
              <a:r>
                <a:rPr lang="en-US" sz="2100">
                  <a:solidFill>
                    <a:srgbClr val="A6A6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: PeterArreola via </a:t>
              </a:r>
              <a:r>
                <a:rPr lang="en-US" sz="2100" u="sng">
                  <a:solidFill>
                    <a:srgbClr val="E4625C"/>
                  </a:solidFill>
                  <a:latin typeface="Calibri (MS)"/>
                  <a:ea typeface="Calibri (MS)"/>
                  <a:cs typeface="Calibri (MS)"/>
                  <a:sym typeface="Calibri (MS)"/>
                  <a:hlinkClick r:id="rId3" tooltip="https://pixabay.com/en/users/PeterArreola-5972678/"/>
                </a:rPr>
                <a:t>Pixabay</a:t>
              </a:r>
              <a:r>
                <a:rPr lang="en-US" sz="2100">
                  <a:solidFill>
                    <a:srgbClr val="A6A6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(Creative Commons Zero </a:t>
              </a:r>
              <a:r>
                <a:rPr lang="en-US" sz="2100" u="sng">
                  <a:solidFill>
                    <a:srgbClr val="E4625C"/>
                  </a:solidFill>
                  <a:latin typeface="Calibri (MS)"/>
                  <a:ea typeface="Calibri (MS)"/>
                  <a:cs typeface="Calibri (MS)"/>
                  <a:sym typeface="Calibri (MS)"/>
                  <a:hlinkClick r:id="rId4" tooltip="https://pixabay.com/en/service/faq/"/>
                </a:rPr>
                <a:t>license</a:t>
              </a:r>
              <a:r>
                <a:rPr lang="en-US" sz="2100">
                  <a:solidFill>
                    <a:srgbClr val="A6A6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)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22A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5400000">
            <a:off x="17407029" y="8699886"/>
            <a:ext cx="2758737" cy="415499"/>
            <a:chOff x="0" y="0"/>
            <a:chExt cx="3678316" cy="55399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678316" cy="553998"/>
            </a:xfrm>
            <a:custGeom>
              <a:avLst/>
              <a:gdLst/>
              <a:ahLst/>
              <a:cxnLst/>
              <a:rect r="r" b="b" t="t" l="l"/>
              <a:pathLst>
                <a:path h="553998" w="3678316">
                  <a:moveTo>
                    <a:pt x="0" y="0"/>
                  </a:moveTo>
                  <a:lnTo>
                    <a:pt x="3678316" y="0"/>
                  </a:lnTo>
                  <a:lnTo>
                    <a:pt x="3678316" y="553998"/>
                  </a:lnTo>
                  <a:lnTo>
                    <a:pt x="0" y="553998"/>
                  </a:lnTo>
                  <a:close/>
                </a:path>
              </a:pathLst>
            </a:custGeom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3678316" cy="592098"/>
            </a:xfrm>
            <a:prstGeom prst="rect">
              <a:avLst/>
            </a:prstGeom>
          </p:spPr>
          <p:txBody>
            <a:bodyPr anchor="t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© Copyright Showeet.com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286000" y="3741450"/>
            <a:ext cx="13716000" cy="1523495"/>
            <a:chOff x="0" y="0"/>
            <a:chExt cx="18288000" cy="203132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288000" cy="2031326"/>
            </a:xfrm>
            <a:custGeom>
              <a:avLst/>
              <a:gdLst/>
              <a:ahLst/>
              <a:cxnLst/>
              <a:rect r="r" b="b" t="t" l="l"/>
              <a:pathLst>
                <a:path h="2031326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2031326"/>
                  </a:lnTo>
                  <a:lnTo>
                    <a:pt x="0" y="2031326"/>
                  </a:lnTo>
                  <a:close/>
                </a:path>
              </a:pathLst>
            </a:custGeom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288000" cy="2031326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ctr">
                <a:lnSpc>
                  <a:spcPts val="10800"/>
                </a:lnSpc>
              </a:pPr>
              <a:r>
                <a:rPr lang="en-US" sz="9000" b="true">
                  <a:solidFill>
                    <a:srgbClr val="222A35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Thank You !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286000" y="5403057"/>
            <a:ext cx="13716000" cy="2483643"/>
            <a:chOff x="0" y="0"/>
            <a:chExt cx="18288000" cy="331152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288000" cy="3311524"/>
            </a:xfrm>
            <a:custGeom>
              <a:avLst/>
              <a:gdLst/>
              <a:ahLst/>
              <a:cxnLst/>
              <a:rect r="r" b="b" t="t" l="l"/>
              <a:pathLst>
                <a:path h="3311524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3311524"/>
                  </a:lnTo>
                  <a:lnTo>
                    <a:pt x="0" y="3311524"/>
                  </a:lnTo>
                  <a:close/>
                </a:path>
              </a:pathLst>
            </a:custGeom>
          </p:spPr>
        </p:sp>
        <p:sp>
          <p:nvSpPr>
            <p:cNvPr name="TextBox 10" id="10"/>
            <p:cNvSpPr txBox="true"/>
            <p:nvPr/>
          </p:nvSpPr>
          <p:spPr>
            <a:xfrm>
              <a:off x="0" y="9525"/>
              <a:ext cx="18288000" cy="330199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759"/>
                </a:lnSpc>
              </a:pPr>
              <a:r>
                <a:rPr lang="en-US" sz="4800">
                  <a:solidFill>
                    <a:srgbClr val="E4625C"/>
                  </a:solidFill>
                  <a:latin typeface="Open Sans"/>
                  <a:ea typeface="Open Sans"/>
                  <a:cs typeface="Open Sans"/>
                  <a:sym typeface="Open Sans"/>
                </a:rPr>
                <a:t>Hope you like this pitch :)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3919106" y="3205758"/>
            <a:ext cx="10449789" cy="1937742"/>
          </a:xfrm>
          <a:custGeom>
            <a:avLst/>
            <a:gdLst/>
            <a:ahLst/>
            <a:cxnLst/>
            <a:rect r="r" b="b" t="t" l="l"/>
            <a:pathLst>
              <a:path h="1937742" w="10449789">
                <a:moveTo>
                  <a:pt x="0" y="0"/>
                </a:moveTo>
                <a:lnTo>
                  <a:pt x="10449788" y="0"/>
                </a:lnTo>
                <a:lnTo>
                  <a:pt x="10449788" y="1937742"/>
                </a:lnTo>
                <a:lnTo>
                  <a:pt x="0" y="19377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DAGeUHUHuaU</dc:identifier>
  <dcterms:modified xsi:type="dcterms:W3CDTF">2011-08-01T06:04:30Z</dcterms:modified>
  <cp:revision>1</cp:revision>
  <dc:title>Comics Factory Pitch Deck</dc:title>
</cp:coreProperties>
</file>