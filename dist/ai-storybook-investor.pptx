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df" ContentType="application/pdf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df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StoryBook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[Logo]</a:t>
            </a:r>
            <a:r>
              <a:rPr/>
              <a:t> ## Illustrate your imaginations to others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</a:t>
            </a:r>
          </a:p>
          <a:p>
            <a:pPr lvl="0"/>
            <a:r>
              <a:rPr/>
              <a:t>Teen manga fans and writers wait 1 week to 1 month per illustrated chapter.</a:t>
            </a:r>
          </a:p>
          <a:p>
            <a:pPr lvl="0"/>
            <a:r>
              <a:rPr/>
              <a:t>Manual creation is slow, costly, and requires professional skills.</a:t>
            </a:r>
          </a:p>
          <a:p>
            <a:pPr lvl="0"/>
            <a:r>
              <a:rPr/>
              <a:t>DIY AI tools lack fixed style and long-range character/story consistency.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Our Solution</a:t>
            </a:r>
          </a:p>
          <a:p>
            <a:pPr lvl="0"/>
            <a:r>
              <a:rPr/>
              <a:t>{‘One-click ranobe-to-manga’: ‘generate 5–20 pages per chapter in minutes.’}</a:t>
            </a:r>
          </a:p>
          <a:p>
            <a:pPr lvl="0"/>
            <a:r>
              <a:rPr/>
              <a:t>Long-range character and plot consistency across chapters and runs.</a:t>
            </a:r>
          </a:p>
          <a:p>
            <a:pPr lvl="0"/>
            <a:r>
              <a:rPr/>
              <a:t>Fixed, reusable style packs and story-structure control.</a:t>
            </a:r>
          </a:p>
          <a:p>
            <a:pPr lvl="0"/>
            <a:r>
              <a:rPr/>
              <a:t>Built-in paneling, speech bubbles, and right-to-left layout.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 1: Shadow Slave (Manga Style)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Input</a:t>
            </a:r>
          </a:p>
          <a:p>
            <a:pPr lvl="0" indent="0" marL="0">
              <a:buNone/>
            </a:pPr>
            <a:r>
              <a:rPr i="1"/>
              <a:t>Text:</a:t>
            </a:r>
            <a:r>
              <a:rPr/>
              <a:t> “A frail-looking young man with pale skin and dark circles…”</a:t>
            </a:r>
          </a:p>
          <a:p>
            <a:pPr lvl="0" indent="0" marL="0">
              <a:buNone/>
            </a:pPr>
            <a:r>
              <a:rPr i="1"/>
              <a:t>Image:</a:t>
            </a:r>
            <a:r>
              <a:rPr/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Output</a:t>
            </a:r>
          </a:p>
        </p:txBody>
      </p:sp>
      <p:pic>
        <p:nvPicPr>
          <p:cNvPr descr="assets/comics/manga.pd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76900" y="1625600"/>
            <a:ext cx="1968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 2: The Boy and the Magic Van (Children’s Book)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Input</a:t>
            </a:r>
          </a:p>
          <a:p>
            <a:pPr lvl="0" indent="0" marL="0">
              <a:buNone/>
            </a:pPr>
            <a:r>
              <a:rPr i="1"/>
              <a:t>Text:</a:t>
            </a:r>
            <a:r>
              <a:rPr/>
              <a:t> “Misi found an old, blue van in a dusty, cobweb‑filled garage…”</a:t>
            </a:r>
          </a:p>
          <a:p>
            <a:pPr lvl="0" indent="0" marL="0">
              <a:buNone/>
            </a:pPr>
            <a:r>
              <a:rPr i="1"/>
              <a:t>Image:</a:t>
            </a:r>
            <a:r>
              <a:rPr/>
              <a:t>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Output</a:t>
            </a:r>
          </a:p>
        </p:txBody>
      </p:sp>
      <p:pic>
        <p:nvPicPr>
          <p:cNvPr descr="assets/comics/children_book_page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625600"/>
            <a:ext cx="250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 Opportunity</a:t>
            </a:r>
          </a:p>
          <a:p>
            <a:pPr lvl="0"/>
            <a:r>
              <a:rPr b="1"/>
              <a:t>TAM:</a:t>
            </a:r>
            <a:r>
              <a:rPr/>
              <a:t> $16–20B (Global B2C creators/fans + B2B small publishers)</a:t>
            </a:r>
          </a:p>
          <a:p>
            <a:pPr lvl="0"/>
            <a:r>
              <a:rPr b="1"/>
              <a:t>SAM:</a:t>
            </a:r>
            <a:r>
              <a:rPr/>
              <a:t> $1.5–2.5B</a:t>
            </a:r>
          </a:p>
          <a:p>
            <a:pPr lvl="0"/>
            <a:r>
              <a:rPr b="1"/>
              <a:t>SOM:</a:t>
            </a:r>
            <a:r>
              <a:rPr/>
              <a:t> $40–60M (3-yr reachable)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Business Model</a:t>
            </a:r>
          </a:p>
          <a:p>
            <a:pPr lvl="0"/>
            <a:r>
              <a:rPr/>
              <a:t>{‘Pay-per-chapter’: ‘$2.99 (5 pages), $9.99 (20 pages).’}</a:t>
            </a:r>
          </a:p>
          <a:p>
            <a:pPr lvl="0"/>
            <a:r>
              <a:rPr/>
              <a:t>Marketplace for style packs and publisher revenue sharing/licensing.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Roadmap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Term</a:t>
            </a:r>
          </a:p>
          <a:p>
            <a:pPr lvl="0" indent="0" marL="0">
              <a:buNone/>
            </a:pPr>
            <a:r>
              <a:rPr/>
              <a:t>Public beta, 10+ styles, 20-page chapters, EN↔JP translation.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Long Term</a:t>
            </a:r>
          </a:p>
          <a:p>
            <a:pPr lvl="0" indent="0" marL="0">
              <a:buNone/>
            </a:pPr>
            <a:r>
              <a:rPr/>
              <a:t>Style marketplace, exports, publisher API pilots, early video/animatics.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Meet the Team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Abdulazizbek Gainazarov - Data Scientist</a:t>
            </a:r>
          </a:p>
          <a:p>
            <a:pPr lvl="0" indent="0" marL="0">
              <a:buNone/>
            </a:pPr>
            <a:r>
              <a:rPr/>
              <a:t>Work at WizzAir, Bachelor’s Degree in CS.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Bálint Décsi - Data Engineer</a:t>
            </a:r>
          </a:p>
          <a:p>
            <a:pPr lvl="0" indent="0" marL="0">
              <a:buNone/>
            </a:pPr>
            <a:r>
              <a:rPr/>
              <a:t>Work at Deutsche Telekom IT Solutions HU, Master’s degree in Data Science for ML.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Ask</a:t>
            </a:r>
          </a:p>
          <a:p>
            <a:pPr lvl="0" indent="0" marL="1270000">
              <a:buNone/>
            </a:pPr>
            <a:r>
              <a:rPr sz="2000" b="1"/>
              <a:t> $15k in API or GPU credits, publisher intros, legal regulations advice.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build the future of storytelling together.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2026-02-18T10:27:01Z</dcterms:created>
  <dcterms:modified xsi:type="dcterms:W3CDTF">2026-02-18T10:27:01Z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oter">
    <vt:lpwstr>© 2026 AI StoryBook</vt:lpwstr>
  </property>
  <property fmtid="{D5CDD505-2E9C-101B-9397-08002B2CF9AE}" pid="3" name="header">
    <vt:lpwstr>AI StoryBook Pitch Deck</vt:lpwstr>
  </property>
  <property fmtid="{D5CDD505-2E9C-101B-9397-08002B2CF9AE}" pid="4" name="paginate">
    <vt:lpwstr>True</vt:lpwstr>
  </property>
</Properties>
</file>